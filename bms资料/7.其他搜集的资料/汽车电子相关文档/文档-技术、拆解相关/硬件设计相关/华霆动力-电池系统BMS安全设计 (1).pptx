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9">
  <p:sldMasterIdLst>
    <p:sldMasterId id="2147483664" r:id="rId1"/>
    <p:sldMasterId id="2147483676" r:id="rId2"/>
  </p:sldMasterIdLst>
  <p:notesMasterIdLst>
    <p:notesMasterId r:id="rId23"/>
  </p:notesMasterIdLst>
  <p:sldIdLst>
    <p:sldId id="843" r:id="rId3"/>
    <p:sldId id="267" r:id="rId4"/>
    <p:sldId id="307" r:id="rId5"/>
    <p:sldId id="306" r:id="rId6"/>
    <p:sldId id="351" r:id="rId7"/>
    <p:sldId id="847" r:id="rId8"/>
    <p:sldId id="848" r:id="rId9"/>
    <p:sldId id="849" r:id="rId10"/>
    <p:sldId id="851" r:id="rId11"/>
    <p:sldId id="859" r:id="rId12"/>
    <p:sldId id="852" r:id="rId13"/>
    <p:sldId id="853" r:id="rId14"/>
    <p:sldId id="858" r:id="rId15"/>
    <p:sldId id="350" r:id="rId16"/>
    <p:sldId id="844" r:id="rId17"/>
    <p:sldId id="854" r:id="rId18"/>
    <p:sldId id="855" r:id="rId19"/>
    <p:sldId id="857" r:id="rId20"/>
    <p:sldId id="856" r:id="rId21"/>
    <p:sldId id="330"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刘岩" initials="刘岩" lastIdx="2" clrIdx="0">
    <p:extLst>
      <p:ext uri="{19B8F6BF-5375-455C-9EA6-DF929625EA0E}">
        <p15:presenceInfo xmlns:p15="http://schemas.microsoft.com/office/powerpoint/2012/main" userId="刘岩"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CECE"/>
    <a:srgbClr val="003D56"/>
    <a:srgbClr val="424C80"/>
    <a:srgbClr val="FFC000"/>
    <a:srgbClr val="FDC415"/>
    <a:srgbClr val="A16E4C"/>
    <a:srgbClr val="767171"/>
    <a:srgbClr val="A5A5A5"/>
    <a:srgbClr val="5C8090"/>
    <a:srgbClr val="C6D7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41" autoAdjust="0"/>
    <p:restoredTop sz="95238" autoAdjust="0"/>
  </p:normalViewPr>
  <p:slideViewPr>
    <p:cSldViewPr snapToGrid="0">
      <p:cViewPr varScale="1">
        <p:scale>
          <a:sx n="74" d="100"/>
          <a:sy n="74" d="100"/>
        </p:scale>
        <p:origin x="354" y="72"/>
      </p:cViewPr>
      <p:guideLst>
        <p:guide orient="horz" pos="2160"/>
        <p:guide pos="3840"/>
      </p:guideLst>
    </p:cSldViewPr>
  </p:slideViewPr>
  <p:notesTextViewPr>
    <p:cViewPr>
      <p:scale>
        <a:sx n="1" d="1"/>
        <a:sy n="1" d="1"/>
      </p:scale>
      <p:origin x="0" y="0"/>
    </p:cViewPr>
  </p:notesTextViewPr>
  <p:sorterViewPr>
    <p:cViewPr>
      <p:scale>
        <a:sx n="66" d="100"/>
        <a:sy n="66" d="100"/>
      </p:scale>
      <p:origin x="0" y="-2429"/>
    </p:cViewPr>
  </p:sorterViewPr>
  <p:notesViewPr>
    <p:cSldViewPr snapToGrid="0">
      <p:cViewPr varScale="1">
        <p:scale>
          <a:sx n="51" d="100"/>
          <a:sy n="51" d="100"/>
        </p:scale>
        <p:origin x="-2862"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C0D454-59FA-407E-AB89-BA124D6F2E68}" type="doc">
      <dgm:prSet loTypeId="urn:microsoft.com/office/officeart/2005/8/layout/radial3" loCatId="cycle" qsTypeId="urn:microsoft.com/office/officeart/2005/8/quickstyle/simple1" qsCatId="simple" csTypeId="urn:microsoft.com/office/officeart/2005/8/colors/colorful5" csCatId="colorful" phldr="1"/>
      <dgm:spPr/>
      <dgm:t>
        <a:bodyPr/>
        <a:lstStyle/>
        <a:p>
          <a:endParaRPr lang="zh-CN" altLang="en-US"/>
        </a:p>
      </dgm:t>
    </dgm:pt>
    <dgm:pt modelId="{0BE9AFD9-6367-4256-B6C2-B02ABAFE8503}">
      <dgm:prSet phldrT="[文本]" custT="1"/>
      <dgm:spPr/>
      <dgm:t>
        <a:bodyPr/>
        <a:lstStyle/>
        <a:p>
          <a:r>
            <a:rPr lang="en-US" altLang="zh-CN" sz="2000" dirty="0">
              <a:latin typeface="微软雅黑" panose="020B0503020204020204" pitchFamily="34" charset="-122"/>
              <a:ea typeface="微软雅黑" panose="020B0503020204020204" pitchFamily="34" charset="-122"/>
            </a:rPr>
            <a:t>BMS</a:t>
          </a:r>
          <a:endParaRPr lang="zh-CN" altLang="en-US" sz="2000" dirty="0">
            <a:latin typeface="微软雅黑" panose="020B0503020204020204" pitchFamily="34" charset="-122"/>
            <a:ea typeface="微软雅黑" panose="020B0503020204020204" pitchFamily="34" charset="-122"/>
          </a:endParaRPr>
        </a:p>
      </dgm:t>
    </dgm:pt>
    <dgm:pt modelId="{D725D88E-825B-4881-98D7-3180DAA326E2}" type="parTrans" cxnId="{8841BD74-1A10-4308-96B9-ABCE25180B4E}">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3BB9195C-C762-4F5D-BB4E-F23E2260F641}" type="sibTrans" cxnId="{8841BD74-1A10-4308-96B9-ABCE25180B4E}">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8E3F5A14-896E-42CB-970B-9529CAD9E36A}">
      <dgm:prSet custT="1"/>
      <dgm:spPr/>
      <dgm:t>
        <a:bodyPr/>
        <a:lstStyle/>
        <a:p>
          <a:pPr>
            <a:spcAft>
              <a:spcPts val="0"/>
            </a:spcAft>
          </a:pPr>
          <a:r>
            <a:rPr lang="zh-CN" altLang="en-US" sz="1600" dirty="0">
              <a:latin typeface="微软雅黑" panose="020B0503020204020204" pitchFamily="34" charset="-122"/>
              <a:ea typeface="微软雅黑" panose="020B0503020204020204" pitchFamily="34" charset="-122"/>
            </a:rPr>
            <a:t>电池</a:t>
          </a:r>
          <a:endParaRPr lang="en-US" altLang="zh-CN" sz="1600" dirty="0">
            <a:latin typeface="微软雅黑" panose="020B0503020204020204" pitchFamily="34" charset="-122"/>
            <a:ea typeface="微软雅黑" panose="020B0503020204020204" pitchFamily="34" charset="-122"/>
          </a:endParaRPr>
        </a:p>
        <a:p>
          <a:pPr>
            <a:spcAft>
              <a:spcPts val="0"/>
            </a:spcAft>
          </a:pPr>
          <a:r>
            <a:rPr lang="zh-CN" altLang="en-US" sz="1600" dirty="0">
              <a:latin typeface="微软雅黑" panose="020B0503020204020204" pitchFamily="34" charset="-122"/>
              <a:ea typeface="微软雅黑" panose="020B0503020204020204" pitchFamily="34" charset="-122"/>
            </a:rPr>
            <a:t>状态检测</a:t>
          </a:r>
          <a:endParaRPr lang="en-US" altLang="zh-CN" sz="1600" dirty="0">
            <a:latin typeface="微软雅黑" panose="020B0503020204020204" pitchFamily="34" charset="-122"/>
            <a:ea typeface="微软雅黑" panose="020B0503020204020204" pitchFamily="34" charset="-122"/>
          </a:endParaRPr>
        </a:p>
      </dgm:t>
    </dgm:pt>
    <dgm:pt modelId="{9D991C0A-6D5A-4791-B1A0-DC472C6A6219}" type="parTrans" cxnId="{B3E5DF49-33DC-49B8-9B92-0FE7200C8BC6}">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74E52523-C142-4B15-A68E-C24BEFBBB1A1}" type="sibTrans" cxnId="{B3E5DF49-33DC-49B8-9B92-0FE7200C8BC6}">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6AA4986D-08CB-4F9E-8CF8-D17046D8A17C}">
      <dgm:prSet custT="1"/>
      <dgm:spPr/>
      <dgm:t>
        <a:bodyPr/>
        <a:lstStyle/>
        <a:p>
          <a:pPr>
            <a:spcAft>
              <a:spcPts val="0"/>
            </a:spcAft>
          </a:pPr>
          <a:r>
            <a:rPr lang="zh-CN" altLang="en-US" sz="1600" dirty="0">
              <a:latin typeface="微软雅黑" panose="020B0503020204020204" pitchFamily="34" charset="-122"/>
              <a:ea typeface="微软雅黑" panose="020B0503020204020204" pitchFamily="34" charset="-122"/>
            </a:rPr>
            <a:t>电池</a:t>
          </a:r>
          <a:endParaRPr lang="en-US" altLang="zh-CN" sz="1600" dirty="0">
            <a:latin typeface="微软雅黑" panose="020B0503020204020204" pitchFamily="34" charset="-122"/>
            <a:ea typeface="微软雅黑" panose="020B0503020204020204" pitchFamily="34" charset="-122"/>
          </a:endParaRPr>
        </a:p>
        <a:p>
          <a:pPr>
            <a:spcAft>
              <a:spcPts val="0"/>
            </a:spcAft>
          </a:pPr>
          <a:r>
            <a:rPr lang="zh-CN" altLang="en-US" sz="1600" dirty="0">
              <a:latin typeface="微软雅黑" panose="020B0503020204020204" pitchFamily="34" charset="-122"/>
              <a:ea typeface="微软雅黑" panose="020B0503020204020204" pitchFamily="34" charset="-122"/>
            </a:rPr>
            <a:t>状态分析</a:t>
          </a:r>
          <a:endParaRPr lang="en-US" altLang="zh-CN" sz="1600" dirty="0">
            <a:latin typeface="微软雅黑" panose="020B0503020204020204" pitchFamily="34" charset="-122"/>
            <a:ea typeface="微软雅黑" panose="020B0503020204020204" pitchFamily="34" charset="-122"/>
          </a:endParaRPr>
        </a:p>
      </dgm:t>
    </dgm:pt>
    <dgm:pt modelId="{8B374EB0-E100-4CEF-95DE-CA111EA2457F}" type="parTrans" cxnId="{B7D30475-9E30-4614-92F8-1488113FAEAA}">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2510EB84-6E4D-4D37-ABBE-09EC418E557B}" type="sibTrans" cxnId="{B7D30475-9E30-4614-92F8-1488113FAEAA}">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7B108469-8D11-4A4C-9837-EE38BE2ABC62}">
      <dgm:prSet custT="1"/>
      <dgm:spPr/>
      <dgm:t>
        <a:bodyPr/>
        <a:lstStyle/>
        <a:p>
          <a:pPr>
            <a:spcAft>
              <a:spcPts val="0"/>
            </a:spcAft>
          </a:pPr>
          <a:r>
            <a:rPr lang="zh-CN" altLang="en-US" sz="1600" dirty="0">
              <a:latin typeface="微软雅黑" panose="020B0503020204020204" pitchFamily="34" charset="-122"/>
              <a:ea typeface="微软雅黑" panose="020B0503020204020204" pitchFamily="34" charset="-122"/>
            </a:rPr>
            <a:t>电池</a:t>
          </a:r>
          <a:endParaRPr lang="en-US" altLang="zh-CN" sz="1600" dirty="0">
            <a:latin typeface="微软雅黑" panose="020B0503020204020204" pitchFamily="34" charset="-122"/>
            <a:ea typeface="微软雅黑" panose="020B0503020204020204" pitchFamily="34" charset="-122"/>
          </a:endParaRPr>
        </a:p>
        <a:p>
          <a:pPr>
            <a:spcAft>
              <a:spcPts val="0"/>
            </a:spcAft>
          </a:pPr>
          <a:r>
            <a:rPr lang="zh-CN" altLang="en-US" sz="1600" dirty="0">
              <a:latin typeface="微软雅黑" panose="020B0503020204020204" pitchFamily="34" charset="-122"/>
              <a:ea typeface="微软雅黑" panose="020B0503020204020204" pitchFamily="34" charset="-122"/>
            </a:rPr>
            <a:t>安全保护</a:t>
          </a:r>
          <a:endParaRPr lang="en-US" altLang="zh-CN" sz="1600" dirty="0">
            <a:latin typeface="微软雅黑" panose="020B0503020204020204" pitchFamily="34" charset="-122"/>
            <a:ea typeface="微软雅黑" panose="020B0503020204020204" pitchFamily="34" charset="-122"/>
          </a:endParaRPr>
        </a:p>
      </dgm:t>
    </dgm:pt>
    <dgm:pt modelId="{68FBACA9-FE38-491A-9C04-B2E85E9B8BE5}" type="parTrans" cxnId="{6D796080-9E2C-409D-8E3F-8C7E35ECEDFF}">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CD56E977-264B-4A33-8100-658E74A0DA61}" type="sibTrans" cxnId="{6D796080-9E2C-409D-8E3F-8C7E35ECEDFF}">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29BFA159-FBE3-4806-B5DA-0FCFA73CE76E}">
      <dgm:prSet custT="1"/>
      <dgm:spPr/>
      <dgm:t>
        <a:bodyPr/>
        <a:lstStyle/>
        <a:p>
          <a:pPr>
            <a:spcAft>
              <a:spcPts val="0"/>
            </a:spcAft>
          </a:pPr>
          <a:r>
            <a:rPr lang="zh-CN" altLang="en-US" sz="1600" dirty="0">
              <a:latin typeface="微软雅黑" panose="020B0503020204020204" pitchFamily="34" charset="-122"/>
              <a:ea typeface="微软雅黑" panose="020B0503020204020204" pitchFamily="34" charset="-122"/>
            </a:rPr>
            <a:t>电池</a:t>
          </a:r>
          <a:endParaRPr lang="en-US" altLang="zh-CN" sz="1600" dirty="0">
            <a:latin typeface="微软雅黑" panose="020B0503020204020204" pitchFamily="34" charset="-122"/>
            <a:ea typeface="微软雅黑" panose="020B0503020204020204" pitchFamily="34" charset="-122"/>
          </a:endParaRPr>
        </a:p>
        <a:p>
          <a:pPr>
            <a:spcAft>
              <a:spcPts val="0"/>
            </a:spcAft>
          </a:pPr>
          <a:r>
            <a:rPr lang="zh-CN" altLang="en-US" sz="1600" dirty="0">
              <a:latin typeface="微软雅黑" panose="020B0503020204020204" pitchFamily="34" charset="-122"/>
              <a:ea typeface="微软雅黑" panose="020B0503020204020204" pitchFamily="34" charset="-122"/>
            </a:rPr>
            <a:t>能量管理</a:t>
          </a:r>
          <a:endParaRPr lang="en-US" altLang="zh-CN" sz="1600" dirty="0">
            <a:latin typeface="微软雅黑" panose="020B0503020204020204" pitchFamily="34" charset="-122"/>
            <a:ea typeface="微软雅黑" panose="020B0503020204020204" pitchFamily="34" charset="-122"/>
          </a:endParaRPr>
        </a:p>
      </dgm:t>
    </dgm:pt>
    <dgm:pt modelId="{CACD5FFE-FAC8-4AEC-B8E3-5CD99E326DCF}" type="parTrans" cxnId="{C9A95EBA-A37B-419D-9CA8-3318E08E4847}">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47DCDB1B-A2EB-4B7B-8D7A-BE9213793E84}" type="sibTrans" cxnId="{C9A95EBA-A37B-419D-9CA8-3318E08E4847}">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58C999D3-ADBA-4E2A-A6F1-1C6CEA483D8C}">
      <dgm:prSet custT="1"/>
      <dgm:spPr/>
      <dgm:t>
        <a:bodyPr/>
        <a:lstStyle/>
        <a:p>
          <a:pPr>
            <a:spcAft>
              <a:spcPts val="0"/>
            </a:spcAft>
          </a:pPr>
          <a:r>
            <a:rPr lang="zh-CN" altLang="en-US" sz="1600" dirty="0">
              <a:latin typeface="微软雅黑" panose="020B0503020204020204" pitchFamily="34" charset="-122"/>
              <a:ea typeface="微软雅黑" panose="020B0503020204020204" pitchFamily="34" charset="-122"/>
            </a:rPr>
            <a:t>电池</a:t>
          </a:r>
          <a:endParaRPr lang="en-US" altLang="zh-CN" sz="1600" dirty="0">
            <a:latin typeface="微软雅黑" panose="020B0503020204020204" pitchFamily="34" charset="-122"/>
            <a:ea typeface="微软雅黑" panose="020B0503020204020204" pitchFamily="34" charset="-122"/>
          </a:endParaRPr>
        </a:p>
        <a:p>
          <a:pPr>
            <a:spcAft>
              <a:spcPts val="0"/>
            </a:spcAft>
          </a:pPr>
          <a:r>
            <a:rPr lang="zh-CN" altLang="en-US" sz="1600" dirty="0">
              <a:latin typeface="微软雅黑" panose="020B0503020204020204" pitchFamily="34" charset="-122"/>
              <a:ea typeface="微软雅黑" panose="020B0503020204020204" pitchFamily="34" charset="-122"/>
            </a:rPr>
            <a:t>信息管理</a:t>
          </a:r>
        </a:p>
      </dgm:t>
    </dgm:pt>
    <dgm:pt modelId="{70A441F4-1AF7-4938-96BC-C897B227653D}" type="parTrans" cxnId="{400C8670-C650-40AE-BA73-5C84E34527AE}">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7827D8F6-C320-4468-9086-8746C844341C}" type="sibTrans" cxnId="{400C8670-C650-40AE-BA73-5C84E34527AE}">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E0C9C45B-A75C-4448-A743-A6EDC3C59F52}">
      <dgm:prSet custT="1"/>
      <dgm:spPr/>
      <dgm:t>
        <a:bodyPr/>
        <a:lstStyle/>
        <a:p>
          <a:pPr>
            <a:spcAft>
              <a:spcPts val="0"/>
            </a:spcAft>
          </a:pPr>
          <a:r>
            <a:rPr lang="zh-CN" altLang="en-US" sz="1600" dirty="0">
              <a:latin typeface="微软雅黑" panose="020B0503020204020204" pitchFamily="34" charset="-122"/>
              <a:ea typeface="微软雅黑" panose="020B0503020204020204" pitchFamily="34" charset="-122"/>
            </a:rPr>
            <a:t>电池</a:t>
          </a:r>
          <a:endParaRPr lang="en-US" altLang="zh-CN" sz="1600" dirty="0">
            <a:latin typeface="微软雅黑" panose="020B0503020204020204" pitchFamily="34" charset="-122"/>
            <a:ea typeface="微软雅黑" panose="020B0503020204020204" pitchFamily="34" charset="-122"/>
          </a:endParaRPr>
        </a:p>
        <a:p>
          <a:pPr>
            <a:spcAft>
              <a:spcPts val="0"/>
            </a:spcAft>
          </a:pPr>
          <a:r>
            <a:rPr lang="zh-CN" altLang="en-US" sz="1600" dirty="0">
              <a:latin typeface="微软雅黑" panose="020B0503020204020204" pitchFamily="34" charset="-122"/>
              <a:ea typeface="微软雅黑" panose="020B0503020204020204" pitchFamily="34" charset="-122"/>
            </a:rPr>
            <a:t>热管理</a:t>
          </a:r>
          <a:endParaRPr lang="en-US" altLang="zh-CN" sz="1600" dirty="0">
            <a:latin typeface="微软雅黑" panose="020B0503020204020204" pitchFamily="34" charset="-122"/>
            <a:ea typeface="微软雅黑" panose="020B0503020204020204" pitchFamily="34" charset="-122"/>
          </a:endParaRPr>
        </a:p>
      </dgm:t>
    </dgm:pt>
    <dgm:pt modelId="{8F302688-ECC5-4B5F-8076-9C3EFECEEF3D}" type="parTrans" cxnId="{0E24B278-DE0F-481A-9416-A623E8E39A2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23B13051-F361-44B1-B17F-2F5B3F9B64FF}" type="sibTrans" cxnId="{0E24B278-DE0F-481A-9416-A623E8E39A2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3868D95E-6C69-4736-82A0-2574FA0C434E}" type="pres">
      <dgm:prSet presAssocID="{E0C0D454-59FA-407E-AB89-BA124D6F2E68}" presName="composite" presStyleCnt="0">
        <dgm:presLayoutVars>
          <dgm:chMax val="1"/>
          <dgm:dir/>
          <dgm:resizeHandles val="exact"/>
        </dgm:presLayoutVars>
      </dgm:prSet>
      <dgm:spPr/>
      <dgm:t>
        <a:bodyPr/>
        <a:lstStyle/>
        <a:p>
          <a:endParaRPr lang="zh-CN" altLang="en-US"/>
        </a:p>
      </dgm:t>
    </dgm:pt>
    <dgm:pt modelId="{6E22DA83-BE31-4B18-9FFB-E32357F265D9}" type="pres">
      <dgm:prSet presAssocID="{E0C0D454-59FA-407E-AB89-BA124D6F2E68}" presName="radial" presStyleCnt="0">
        <dgm:presLayoutVars>
          <dgm:animLvl val="ctr"/>
        </dgm:presLayoutVars>
      </dgm:prSet>
      <dgm:spPr/>
    </dgm:pt>
    <dgm:pt modelId="{3C8AD2CA-A83A-4FDD-8F3A-1B12F35E0ECB}" type="pres">
      <dgm:prSet presAssocID="{0BE9AFD9-6367-4256-B6C2-B02ABAFE8503}" presName="centerShape" presStyleLbl="vennNode1" presStyleIdx="0" presStyleCnt="7"/>
      <dgm:spPr/>
      <dgm:t>
        <a:bodyPr/>
        <a:lstStyle/>
        <a:p>
          <a:endParaRPr lang="zh-CN" altLang="en-US"/>
        </a:p>
      </dgm:t>
    </dgm:pt>
    <dgm:pt modelId="{17937EFB-17E4-4413-BCC5-EBE02A080E2B}" type="pres">
      <dgm:prSet presAssocID="{8E3F5A14-896E-42CB-970B-9529CAD9E36A}" presName="node" presStyleLbl="vennNode1" presStyleIdx="1" presStyleCnt="7">
        <dgm:presLayoutVars>
          <dgm:bulletEnabled val="1"/>
        </dgm:presLayoutVars>
      </dgm:prSet>
      <dgm:spPr/>
      <dgm:t>
        <a:bodyPr/>
        <a:lstStyle/>
        <a:p>
          <a:endParaRPr lang="zh-CN" altLang="en-US"/>
        </a:p>
      </dgm:t>
    </dgm:pt>
    <dgm:pt modelId="{7B767EF2-E34F-4B08-8AA1-E078DCECCD6A}" type="pres">
      <dgm:prSet presAssocID="{6AA4986D-08CB-4F9E-8CF8-D17046D8A17C}" presName="node" presStyleLbl="vennNode1" presStyleIdx="2" presStyleCnt="7">
        <dgm:presLayoutVars>
          <dgm:bulletEnabled val="1"/>
        </dgm:presLayoutVars>
      </dgm:prSet>
      <dgm:spPr/>
      <dgm:t>
        <a:bodyPr/>
        <a:lstStyle/>
        <a:p>
          <a:endParaRPr lang="zh-CN" altLang="en-US"/>
        </a:p>
      </dgm:t>
    </dgm:pt>
    <dgm:pt modelId="{53443844-4CD9-44F8-9453-429EF1568688}" type="pres">
      <dgm:prSet presAssocID="{7B108469-8D11-4A4C-9837-EE38BE2ABC62}" presName="node" presStyleLbl="vennNode1" presStyleIdx="3" presStyleCnt="7">
        <dgm:presLayoutVars>
          <dgm:bulletEnabled val="1"/>
        </dgm:presLayoutVars>
      </dgm:prSet>
      <dgm:spPr/>
      <dgm:t>
        <a:bodyPr/>
        <a:lstStyle/>
        <a:p>
          <a:endParaRPr lang="zh-CN" altLang="en-US"/>
        </a:p>
      </dgm:t>
    </dgm:pt>
    <dgm:pt modelId="{B5F0E70A-C958-4FC1-8FF3-7BB73E1A7911}" type="pres">
      <dgm:prSet presAssocID="{29BFA159-FBE3-4806-B5DA-0FCFA73CE76E}" presName="node" presStyleLbl="vennNode1" presStyleIdx="4" presStyleCnt="7">
        <dgm:presLayoutVars>
          <dgm:bulletEnabled val="1"/>
        </dgm:presLayoutVars>
      </dgm:prSet>
      <dgm:spPr/>
      <dgm:t>
        <a:bodyPr/>
        <a:lstStyle/>
        <a:p>
          <a:endParaRPr lang="zh-CN" altLang="en-US"/>
        </a:p>
      </dgm:t>
    </dgm:pt>
    <dgm:pt modelId="{8C6C0642-6C81-43C8-9446-366E2CDDC22A}" type="pres">
      <dgm:prSet presAssocID="{E0C9C45B-A75C-4448-A743-A6EDC3C59F52}" presName="node" presStyleLbl="vennNode1" presStyleIdx="5" presStyleCnt="7">
        <dgm:presLayoutVars>
          <dgm:bulletEnabled val="1"/>
        </dgm:presLayoutVars>
      </dgm:prSet>
      <dgm:spPr/>
      <dgm:t>
        <a:bodyPr/>
        <a:lstStyle/>
        <a:p>
          <a:endParaRPr lang="zh-CN" altLang="en-US"/>
        </a:p>
      </dgm:t>
    </dgm:pt>
    <dgm:pt modelId="{DC5F82B2-8633-4787-83EE-BE6900664109}" type="pres">
      <dgm:prSet presAssocID="{58C999D3-ADBA-4E2A-A6F1-1C6CEA483D8C}" presName="node" presStyleLbl="vennNode1" presStyleIdx="6" presStyleCnt="7">
        <dgm:presLayoutVars>
          <dgm:bulletEnabled val="1"/>
        </dgm:presLayoutVars>
      </dgm:prSet>
      <dgm:spPr/>
      <dgm:t>
        <a:bodyPr/>
        <a:lstStyle/>
        <a:p>
          <a:endParaRPr lang="zh-CN" altLang="en-US"/>
        </a:p>
      </dgm:t>
    </dgm:pt>
  </dgm:ptLst>
  <dgm:cxnLst>
    <dgm:cxn modelId="{9720CC73-07C8-4669-BF5E-E82026D080AC}" type="presOf" srcId="{0BE9AFD9-6367-4256-B6C2-B02ABAFE8503}" destId="{3C8AD2CA-A83A-4FDD-8F3A-1B12F35E0ECB}" srcOrd="0" destOrd="0" presId="urn:microsoft.com/office/officeart/2005/8/layout/radial3"/>
    <dgm:cxn modelId="{B8FB50F4-1719-4E90-AC85-EFB4AE58FC14}" type="presOf" srcId="{58C999D3-ADBA-4E2A-A6F1-1C6CEA483D8C}" destId="{DC5F82B2-8633-4787-83EE-BE6900664109}" srcOrd="0" destOrd="0" presId="urn:microsoft.com/office/officeart/2005/8/layout/radial3"/>
    <dgm:cxn modelId="{B7D30475-9E30-4614-92F8-1488113FAEAA}" srcId="{0BE9AFD9-6367-4256-B6C2-B02ABAFE8503}" destId="{6AA4986D-08CB-4F9E-8CF8-D17046D8A17C}" srcOrd="1" destOrd="0" parTransId="{8B374EB0-E100-4CEF-95DE-CA111EA2457F}" sibTransId="{2510EB84-6E4D-4D37-ABBE-09EC418E557B}"/>
    <dgm:cxn modelId="{D88037AC-B056-45C3-8489-DAEE205B7C34}" type="presOf" srcId="{E0C9C45B-A75C-4448-A743-A6EDC3C59F52}" destId="{8C6C0642-6C81-43C8-9446-366E2CDDC22A}" srcOrd="0" destOrd="0" presId="urn:microsoft.com/office/officeart/2005/8/layout/radial3"/>
    <dgm:cxn modelId="{DCDEA70B-3463-4A54-9CF9-A56D191FA73C}" type="presOf" srcId="{7B108469-8D11-4A4C-9837-EE38BE2ABC62}" destId="{53443844-4CD9-44F8-9453-429EF1568688}" srcOrd="0" destOrd="0" presId="urn:microsoft.com/office/officeart/2005/8/layout/radial3"/>
    <dgm:cxn modelId="{0E24B278-DE0F-481A-9416-A623E8E39A20}" srcId="{0BE9AFD9-6367-4256-B6C2-B02ABAFE8503}" destId="{E0C9C45B-A75C-4448-A743-A6EDC3C59F52}" srcOrd="4" destOrd="0" parTransId="{8F302688-ECC5-4B5F-8076-9C3EFECEEF3D}" sibTransId="{23B13051-F361-44B1-B17F-2F5B3F9B64FF}"/>
    <dgm:cxn modelId="{C9A95EBA-A37B-419D-9CA8-3318E08E4847}" srcId="{0BE9AFD9-6367-4256-B6C2-B02ABAFE8503}" destId="{29BFA159-FBE3-4806-B5DA-0FCFA73CE76E}" srcOrd="3" destOrd="0" parTransId="{CACD5FFE-FAC8-4AEC-B8E3-5CD99E326DCF}" sibTransId="{47DCDB1B-A2EB-4B7B-8D7A-BE9213793E84}"/>
    <dgm:cxn modelId="{9A719567-F11D-4768-8F2E-AE93E1861B2C}" type="presOf" srcId="{E0C0D454-59FA-407E-AB89-BA124D6F2E68}" destId="{3868D95E-6C69-4736-82A0-2574FA0C434E}" srcOrd="0" destOrd="0" presId="urn:microsoft.com/office/officeart/2005/8/layout/radial3"/>
    <dgm:cxn modelId="{B3E5DF49-33DC-49B8-9B92-0FE7200C8BC6}" srcId="{0BE9AFD9-6367-4256-B6C2-B02ABAFE8503}" destId="{8E3F5A14-896E-42CB-970B-9529CAD9E36A}" srcOrd="0" destOrd="0" parTransId="{9D991C0A-6D5A-4791-B1A0-DC472C6A6219}" sibTransId="{74E52523-C142-4B15-A68E-C24BEFBBB1A1}"/>
    <dgm:cxn modelId="{6D796080-9E2C-409D-8E3F-8C7E35ECEDFF}" srcId="{0BE9AFD9-6367-4256-B6C2-B02ABAFE8503}" destId="{7B108469-8D11-4A4C-9837-EE38BE2ABC62}" srcOrd="2" destOrd="0" parTransId="{68FBACA9-FE38-491A-9C04-B2E85E9B8BE5}" sibTransId="{CD56E977-264B-4A33-8100-658E74A0DA61}"/>
    <dgm:cxn modelId="{A480C840-4587-4070-9083-A84FDDBD9402}" type="presOf" srcId="{6AA4986D-08CB-4F9E-8CF8-D17046D8A17C}" destId="{7B767EF2-E34F-4B08-8AA1-E078DCECCD6A}" srcOrd="0" destOrd="0" presId="urn:microsoft.com/office/officeart/2005/8/layout/radial3"/>
    <dgm:cxn modelId="{400C8670-C650-40AE-BA73-5C84E34527AE}" srcId="{0BE9AFD9-6367-4256-B6C2-B02ABAFE8503}" destId="{58C999D3-ADBA-4E2A-A6F1-1C6CEA483D8C}" srcOrd="5" destOrd="0" parTransId="{70A441F4-1AF7-4938-96BC-C897B227653D}" sibTransId="{7827D8F6-C320-4468-9086-8746C844341C}"/>
    <dgm:cxn modelId="{1CF2CF7F-B403-46E6-B587-25004B3C1898}" type="presOf" srcId="{29BFA159-FBE3-4806-B5DA-0FCFA73CE76E}" destId="{B5F0E70A-C958-4FC1-8FF3-7BB73E1A7911}" srcOrd="0" destOrd="0" presId="urn:microsoft.com/office/officeart/2005/8/layout/radial3"/>
    <dgm:cxn modelId="{8841BD74-1A10-4308-96B9-ABCE25180B4E}" srcId="{E0C0D454-59FA-407E-AB89-BA124D6F2E68}" destId="{0BE9AFD9-6367-4256-B6C2-B02ABAFE8503}" srcOrd="0" destOrd="0" parTransId="{D725D88E-825B-4881-98D7-3180DAA326E2}" sibTransId="{3BB9195C-C762-4F5D-BB4E-F23E2260F641}"/>
    <dgm:cxn modelId="{9F468529-BCFE-489C-9ACC-93B87A7888B2}" type="presOf" srcId="{8E3F5A14-896E-42CB-970B-9529CAD9E36A}" destId="{17937EFB-17E4-4413-BCC5-EBE02A080E2B}" srcOrd="0" destOrd="0" presId="urn:microsoft.com/office/officeart/2005/8/layout/radial3"/>
    <dgm:cxn modelId="{A73004DB-CACF-4A96-9B83-E883F1CC252B}" type="presParOf" srcId="{3868D95E-6C69-4736-82A0-2574FA0C434E}" destId="{6E22DA83-BE31-4B18-9FFB-E32357F265D9}" srcOrd="0" destOrd="0" presId="urn:microsoft.com/office/officeart/2005/8/layout/radial3"/>
    <dgm:cxn modelId="{4071D566-328B-4198-A2C1-10317A8E3C08}" type="presParOf" srcId="{6E22DA83-BE31-4B18-9FFB-E32357F265D9}" destId="{3C8AD2CA-A83A-4FDD-8F3A-1B12F35E0ECB}" srcOrd="0" destOrd="0" presId="urn:microsoft.com/office/officeart/2005/8/layout/radial3"/>
    <dgm:cxn modelId="{45AD740C-25DE-4852-8534-2B664813A765}" type="presParOf" srcId="{6E22DA83-BE31-4B18-9FFB-E32357F265D9}" destId="{17937EFB-17E4-4413-BCC5-EBE02A080E2B}" srcOrd="1" destOrd="0" presId="urn:microsoft.com/office/officeart/2005/8/layout/radial3"/>
    <dgm:cxn modelId="{F13D4532-8157-49B6-9977-FAAAB61486F4}" type="presParOf" srcId="{6E22DA83-BE31-4B18-9FFB-E32357F265D9}" destId="{7B767EF2-E34F-4B08-8AA1-E078DCECCD6A}" srcOrd="2" destOrd="0" presId="urn:microsoft.com/office/officeart/2005/8/layout/radial3"/>
    <dgm:cxn modelId="{7172E756-48F3-4F59-891F-862697413FDC}" type="presParOf" srcId="{6E22DA83-BE31-4B18-9FFB-E32357F265D9}" destId="{53443844-4CD9-44F8-9453-429EF1568688}" srcOrd="3" destOrd="0" presId="urn:microsoft.com/office/officeart/2005/8/layout/radial3"/>
    <dgm:cxn modelId="{B49248DD-5CB5-4070-B7AE-C503F639B163}" type="presParOf" srcId="{6E22DA83-BE31-4B18-9FFB-E32357F265D9}" destId="{B5F0E70A-C958-4FC1-8FF3-7BB73E1A7911}" srcOrd="4" destOrd="0" presId="urn:microsoft.com/office/officeart/2005/8/layout/radial3"/>
    <dgm:cxn modelId="{80280C7A-173C-4243-9E7D-45F4AAEAB37E}" type="presParOf" srcId="{6E22DA83-BE31-4B18-9FFB-E32357F265D9}" destId="{8C6C0642-6C81-43C8-9446-366E2CDDC22A}" srcOrd="5" destOrd="0" presId="urn:microsoft.com/office/officeart/2005/8/layout/radial3"/>
    <dgm:cxn modelId="{F925529D-AC42-4FB4-BD21-AC0A9E0EE7EC}" type="presParOf" srcId="{6E22DA83-BE31-4B18-9FFB-E32357F265D9}" destId="{DC5F82B2-8633-4787-83EE-BE6900664109}" srcOrd="6"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ACB03E-D0CA-4422-BFB2-390BA52C573B}" type="doc">
      <dgm:prSet loTypeId="urn:microsoft.com/office/officeart/2009/3/layout/HorizontalOrganizationChart" loCatId="hierarchy" qsTypeId="urn:microsoft.com/office/officeart/2005/8/quickstyle/simple1" qsCatId="simple" csTypeId="urn:microsoft.com/office/officeart/2005/8/colors/colorful5" csCatId="colorful" phldr="1"/>
      <dgm:spPr/>
      <dgm:t>
        <a:bodyPr/>
        <a:lstStyle/>
        <a:p>
          <a:endParaRPr lang="zh-CN" altLang="en-US"/>
        </a:p>
      </dgm:t>
    </dgm:pt>
    <dgm:pt modelId="{7F8E743A-E243-4FFC-AE1C-80484C79E5B4}">
      <dgm:prSet phldrT="[文本]" custT="1"/>
      <dgm:spPr>
        <a:solidFill>
          <a:srgbClr val="FF0000"/>
        </a:solidFill>
      </dgm:spPr>
      <dgm:t>
        <a:bodyPr/>
        <a:lstStyle/>
        <a:p>
          <a:r>
            <a:rPr lang="zh-CN" altLang="en-US" sz="1800" dirty="0">
              <a:latin typeface="微软雅黑" panose="020B0503020204020204" pitchFamily="34" charset="-122"/>
              <a:ea typeface="微软雅黑" panose="020B0503020204020204" pitchFamily="34" charset="-122"/>
            </a:rPr>
            <a:t>安全类故障</a:t>
          </a:r>
        </a:p>
      </dgm:t>
    </dgm:pt>
    <dgm:pt modelId="{73B606C7-7BD5-4B62-8886-FF1EF7A220FB}" type="parTrans" cxnId="{904FD0E3-121B-42FD-9D86-9D3BEB1D31FA}">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364DDC20-0220-4F1A-ADAC-0DF56E146BC3}" type="sibTrans" cxnId="{904FD0E3-121B-42FD-9D86-9D3BEB1D31FA}">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29CCDD31-2400-49E9-818C-B80580585EB0}">
      <dgm:prSet phldrT="[文本]" custT="1"/>
      <dgm:spPr/>
      <dgm:t>
        <a:bodyPr/>
        <a:lstStyle/>
        <a:p>
          <a:r>
            <a:rPr lang="zh-CN" altLang="en-US" sz="1600" dirty="0">
              <a:latin typeface="微软雅黑" panose="020B0503020204020204" pitchFamily="34" charset="-122"/>
              <a:ea typeface="微软雅黑" panose="020B0503020204020204" pitchFamily="34" charset="-122"/>
            </a:rPr>
            <a:t>电压类</a:t>
          </a:r>
        </a:p>
      </dgm:t>
    </dgm:pt>
    <dgm:pt modelId="{AD2FA02D-0086-4EC9-A520-8E87BA1B85C9}" type="parTrans" cxnId="{7E08E671-53D3-4BDD-B5B3-B903A81747FB}">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9265DB5F-D1E9-46BE-BA08-2B158978C2F1}" type="sibTrans" cxnId="{7E08E671-53D3-4BDD-B5B3-B903A81747FB}">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3A132A26-BF80-4EF2-B54B-A4190AE18EA7}">
      <dgm:prSet phldrT="[文本]" custT="1"/>
      <dgm:spPr/>
      <dgm:t>
        <a:bodyPr/>
        <a:lstStyle/>
        <a:p>
          <a:r>
            <a:rPr lang="zh-CN" altLang="en-US" sz="1200" dirty="0">
              <a:solidFill>
                <a:schemeClr val="tx1"/>
              </a:solidFill>
              <a:latin typeface="微软雅黑" panose="020B0503020204020204" pitchFamily="34" charset="-122"/>
              <a:ea typeface="微软雅黑" panose="020B0503020204020204" pitchFamily="34" charset="-122"/>
            </a:rPr>
            <a:t>过压</a:t>
          </a:r>
        </a:p>
      </dgm:t>
    </dgm:pt>
    <dgm:pt modelId="{337B4813-CA04-4B52-8D61-F77FE99911A9}" type="parTrans" cxnId="{59278AEA-3731-4F9C-A62D-A8206EB8428B}">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42E19841-F8C4-430A-B4DB-B1FD6C1F0900}" type="sibTrans" cxnId="{59278AEA-3731-4F9C-A62D-A8206EB8428B}">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95AFED5A-E7DF-4725-B420-7E3E900D410D}">
      <dgm:prSet phldrT="[文本]" custT="1"/>
      <dgm:spPr/>
      <dgm:t>
        <a:bodyPr/>
        <a:lstStyle/>
        <a:p>
          <a:r>
            <a:rPr lang="zh-CN" altLang="en-US" sz="1200" dirty="0">
              <a:solidFill>
                <a:schemeClr val="tx1"/>
              </a:solidFill>
              <a:latin typeface="微软雅黑" panose="020B0503020204020204" pitchFamily="34" charset="-122"/>
              <a:ea typeface="微软雅黑" panose="020B0503020204020204" pitchFamily="34" charset="-122"/>
            </a:rPr>
            <a:t>欠压</a:t>
          </a:r>
        </a:p>
      </dgm:t>
    </dgm:pt>
    <dgm:pt modelId="{CA1C929B-D049-4E5D-98F3-9ACB33C88AEC}" type="parTrans" cxnId="{19299701-61EE-4C3B-B5E2-ED1D890C25EE}">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D8A6EFEF-2F36-4459-A110-283CC1572529}" type="sibTrans" cxnId="{19299701-61EE-4C3B-B5E2-ED1D890C25EE}">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810DAF74-BE99-47E0-91D2-7CEEF6481AD6}">
      <dgm:prSet phldrT="[文本]" custT="1"/>
      <dgm:spPr/>
      <dgm:t>
        <a:bodyPr/>
        <a:lstStyle/>
        <a:p>
          <a:r>
            <a:rPr lang="zh-CN" altLang="en-US" sz="1600" dirty="0">
              <a:latin typeface="微软雅黑" panose="020B0503020204020204" pitchFamily="34" charset="-122"/>
              <a:ea typeface="微软雅黑" panose="020B0503020204020204" pitchFamily="34" charset="-122"/>
            </a:rPr>
            <a:t>电流类</a:t>
          </a:r>
        </a:p>
      </dgm:t>
    </dgm:pt>
    <dgm:pt modelId="{152EBBEF-A78C-4936-97DF-020773B9E597}" type="parTrans" cxnId="{B8783E14-1744-46D8-9FAC-D742DD9FE300}">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1BC080CC-660E-47CC-B536-F2926A33264D}" type="sibTrans" cxnId="{B8783E14-1744-46D8-9FAC-D742DD9FE300}">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4D0E785C-CFAC-4440-B2C1-2A079DE4D0FD}">
      <dgm:prSet phldrT="[文本]" custT="1"/>
      <dgm:spPr/>
      <dgm:t>
        <a:bodyPr/>
        <a:lstStyle/>
        <a:p>
          <a:r>
            <a:rPr lang="zh-CN" altLang="en-US" sz="1200" dirty="0">
              <a:solidFill>
                <a:schemeClr val="tx1"/>
              </a:solidFill>
              <a:latin typeface="微软雅黑" panose="020B0503020204020204" pitchFamily="34" charset="-122"/>
              <a:ea typeface="微软雅黑" panose="020B0503020204020204" pitchFamily="34" charset="-122"/>
            </a:rPr>
            <a:t>过流</a:t>
          </a:r>
        </a:p>
      </dgm:t>
    </dgm:pt>
    <dgm:pt modelId="{0640C17B-BA38-447F-924E-3610A71A4298}" type="parTrans" cxnId="{AC0565A5-02B4-45C6-A7C8-9C5C0C9603FC}">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69E4B800-FB1F-44E7-8399-015D4C95E293}" type="sibTrans" cxnId="{AC0565A5-02B4-45C6-A7C8-9C5C0C9603FC}">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50FBCD60-61CC-48AD-AAE5-05A093648A2D}">
      <dgm:prSet custT="1"/>
      <dgm:spPr/>
      <dgm:t>
        <a:bodyPr/>
        <a:lstStyle/>
        <a:p>
          <a:r>
            <a:rPr lang="zh-CN" altLang="en-US" sz="1600" dirty="0">
              <a:latin typeface="微软雅黑" panose="020B0503020204020204" pitchFamily="34" charset="-122"/>
              <a:ea typeface="微软雅黑" panose="020B0503020204020204" pitchFamily="34" charset="-122"/>
            </a:rPr>
            <a:t>温度类</a:t>
          </a:r>
        </a:p>
      </dgm:t>
    </dgm:pt>
    <dgm:pt modelId="{F8F39FF3-76B2-4923-BD91-83E67331987C}" type="parTrans" cxnId="{55FE7ECA-CC74-440F-918F-B369B2AD3235}">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BF36CD61-85F3-4507-A549-92C6691CF8B8}" type="sibTrans" cxnId="{55FE7ECA-CC74-440F-918F-B369B2AD3235}">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9E91F932-DC26-41A3-BCEE-7A8C8EE4B26E}">
      <dgm:prSet custT="1"/>
      <dgm:spPr/>
      <dgm:t>
        <a:bodyPr/>
        <a:lstStyle/>
        <a:p>
          <a:r>
            <a:rPr lang="zh-CN" altLang="en-US" sz="1200" dirty="0">
              <a:solidFill>
                <a:schemeClr val="tx1"/>
              </a:solidFill>
              <a:latin typeface="微软雅黑" panose="020B0503020204020204" pitchFamily="34" charset="-122"/>
              <a:ea typeface="微软雅黑" panose="020B0503020204020204" pitchFamily="34" charset="-122"/>
            </a:rPr>
            <a:t>温度过高</a:t>
          </a:r>
        </a:p>
      </dgm:t>
    </dgm:pt>
    <dgm:pt modelId="{F47EA6A0-A806-4911-A543-5105CFC62AC9}" type="parTrans" cxnId="{FF46FE21-A605-4C01-A21E-E25B5DA42368}">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B626365B-5276-4EC1-8613-233BFB28A7AF}" type="sibTrans" cxnId="{FF46FE21-A605-4C01-A21E-E25B5DA42368}">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4CD2675A-A10B-4F4A-9772-FCA911351B43}">
      <dgm:prSet custT="1"/>
      <dgm:spPr/>
      <dgm:t>
        <a:bodyPr/>
        <a:lstStyle/>
        <a:p>
          <a:r>
            <a:rPr lang="zh-CN" altLang="en-US" sz="1600" dirty="0">
              <a:latin typeface="微软雅黑" panose="020B0503020204020204" pitchFamily="34" charset="-122"/>
              <a:ea typeface="微软雅黑" panose="020B0503020204020204" pitchFamily="34" charset="-122"/>
            </a:rPr>
            <a:t>控制类</a:t>
          </a:r>
        </a:p>
      </dgm:t>
    </dgm:pt>
    <dgm:pt modelId="{0D4BD665-4E24-46B7-BDAA-7C6AAC50F189}" type="parTrans" cxnId="{DA4BFB22-E74E-4675-8E25-36A144A1E97D}">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92272FF5-DAA3-42A8-9F7D-0BAD8C696510}" type="sibTrans" cxnId="{DA4BFB22-E74E-4675-8E25-36A144A1E97D}">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FDA609E5-19EF-4D77-92AC-65A390466659}">
      <dgm:prSet custT="1"/>
      <dgm:spPr/>
      <dgm:t>
        <a:bodyPr/>
        <a:lstStyle/>
        <a:p>
          <a:r>
            <a:rPr lang="zh-CN" altLang="en-US" sz="1200" dirty="0">
              <a:solidFill>
                <a:schemeClr val="tx1"/>
              </a:solidFill>
              <a:latin typeface="微软雅黑" panose="020B0503020204020204" pitchFamily="34" charset="-122"/>
              <a:ea typeface="微软雅黑" panose="020B0503020204020204" pitchFamily="34" charset="-122"/>
            </a:rPr>
            <a:t>短路</a:t>
          </a:r>
        </a:p>
      </dgm:t>
    </dgm:pt>
    <dgm:pt modelId="{F8105181-8EFD-49F8-B102-70028B95E852}" type="parTrans" cxnId="{EA7DE7D1-2131-41C9-B7A8-FE79A7441D7C}">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2765F970-D710-4FAB-B560-1C84C3D9D00B}" type="sibTrans" cxnId="{EA7DE7D1-2131-41C9-B7A8-FE79A7441D7C}">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653CE39F-2293-495A-9813-546CF73D3BD5}">
      <dgm:prSet custT="1"/>
      <dgm:spPr/>
      <dgm:t>
        <a:bodyPr/>
        <a:lstStyle/>
        <a:p>
          <a:r>
            <a:rPr lang="zh-CN" altLang="en-US" sz="1200" dirty="0">
              <a:solidFill>
                <a:schemeClr val="tx1"/>
              </a:solidFill>
              <a:latin typeface="微软雅黑" panose="020B0503020204020204" pitchFamily="34" charset="-122"/>
              <a:ea typeface="微软雅黑" panose="020B0503020204020204" pitchFamily="34" charset="-122"/>
            </a:rPr>
            <a:t>温度过低</a:t>
          </a:r>
        </a:p>
      </dgm:t>
    </dgm:pt>
    <dgm:pt modelId="{02EF71C6-EDC3-4091-929F-985D26F45CEF}" type="parTrans" cxnId="{55493A7A-DA3B-4C5C-B87B-11F310D61338}">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573E1AFA-3DFD-4C38-B094-E29BC8378C53}" type="sibTrans" cxnId="{55493A7A-DA3B-4C5C-B87B-11F310D61338}">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32E1EBE7-B9D4-4CEC-BD02-217147053E65}">
      <dgm:prSet custT="1"/>
      <dgm:spPr/>
      <dgm:t>
        <a:bodyPr/>
        <a:lstStyle/>
        <a:p>
          <a:r>
            <a:rPr lang="en-US" altLang="zh-CN" sz="1200" dirty="0">
              <a:solidFill>
                <a:schemeClr val="tx1"/>
              </a:solidFill>
              <a:latin typeface="微软雅黑" panose="020B0503020204020204" pitchFamily="34" charset="-122"/>
              <a:ea typeface="微软雅黑" panose="020B0503020204020204" pitchFamily="34" charset="-122"/>
            </a:rPr>
            <a:t>BMS</a:t>
          </a:r>
          <a:r>
            <a:rPr lang="zh-CN" altLang="en-US" sz="1200" dirty="0">
              <a:solidFill>
                <a:schemeClr val="tx1"/>
              </a:solidFill>
              <a:latin typeface="微软雅黑" panose="020B0503020204020204" pitchFamily="34" charset="-122"/>
              <a:ea typeface="微软雅黑" panose="020B0503020204020204" pitchFamily="34" charset="-122"/>
            </a:rPr>
            <a:t>失效</a:t>
          </a:r>
        </a:p>
      </dgm:t>
    </dgm:pt>
    <dgm:pt modelId="{D8F06A46-9025-41F2-8CF2-38D377526884}" type="parTrans" cxnId="{09B76594-EF56-4AF5-9A84-7C2282732B3D}">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CEFC226E-C7E9-4BC9-9E36-D6A972F2EDA8}" type="sibTrans" cxnId="{09B76594-EF56-4AF5-9A84-7C2282732B3D}">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1E643EB3-92A8-4AC4-94A0-5328F5E60A1E}">
      <dgm:prSet custT="1"/>
      <dgm:spPr/>
      <dgm:t>
        <a:bodyPr/>
        <a:lstStyle/>
        <a:p>
          <a:r>
            <a:rPr lang="zh-CN" altLang="en-US" sz="1200" dirty="0">
              <a:solidFill>
                <a:schemeClr val="tx1"/>
              </a:solidFill>
              <a:latin typeface="微软雅黑" panose="020B0503020204020204" pitchFamily="34" charset="-122"/>
              <a:ea typeface="微软雅黑" panose="020B0503020204020204" pitchFamily="34" charset="-122"/>
            </a:rPr>
            <a:t>继电器控制失效</a:t>
          </a:r>
        </a:p>
      </dgm:t>
    </dgm:pt>
    <dgm:pt modelId="{E0312B8B-317F-4125-B58D-BEA33B4000B1}" type="parTrans" cxnId="{6F5A50AB-23DE-4CDB-B1B0-3832B0ABE713}">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689ECF95-98BD-495C-B010-0D3FAA0A1D2A}" type="sibTrans" cxnId="{6F5A50AB-23DE-4CDB-B1B0-3832B0ABE713}">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256E7EED-920A-4C04-BDCA-0F8EE58B5807}">
      <dgm:prSet custT="1"/>
      <dgm:spPr/>
      <dgm:t>
        <a:bodyPr/>
        <a:lstStyle/>
        <a:p>
          <a:r>
            <a:rPr lang="zh-CN" altLang="en-US" sz="1600" dirty="0">
              <a:latin typeface="微软雅黑" panose="020B0503020204020204" pitchFamily="34" charset="-122"/>
              <a:ea typeface="微软雅黑" panose="020B0503020204020204" pitchFamily="34" charset="-122"/>
            </a:rPr>
            <a:t>连接类</a:t>
          </a:r>
        </a:p>
      </dgm:t>
    </dgm:pt>
    <dgm:pt modelId="{258DD7FF-8C23-42D9-8F08-7963626CE94F}" type="parTrans" cxnId="{C55100CF-142C-4FFA-99FF-1FA491ED595B}">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8E6A961C-C9F9-4AF8-AEA4-3E76A96C13E2}" type="sibTrans" cxnId="{C55100CF-142C-4FFA-99FF-1FA491ED595B}">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5E26FE24-45A5-48FA-8293-2A4ADE4C9269}">
      <dgm:prSet custT="1"/>
      <dgm:spPr/>
      <dgm:t>
        <a:bodyPr/>
        <a:lstStyle/>
        <a:p>
          <a:r>
            <a:rPr lang="zh-CN" altLang="en-US" sz="1200" dirty="0">
              <a:solidFill>
                <a:schemeClr val="tx1"/>
              </a:solidFill>
              <a:latin typeface="微软雅黑" panose="020B0503020204020204" pitchFamily="34" charset="-122"/>
              <a:ea typeface="微软雅黑" panose="020B0503020204020204" pitchFamily="34" charset="-122"/>
            </a:rPr>
            <a:t>采样线松动</a:t>
          </a:r>
        </a:p>
      </dgm:t>
    </dgm:pt>
    <dgm:pt modelId="{21DEB8FF-CDC0-4059-A97E-2CDE956BB494}" type="parTrans" cxnId="{A6324A77-1C77-4E2E-A4CE-93A73912667E}">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66A7DDF6-46B8-4CAE-B7A3-7E3BB3FF35DA}" type="sibTrans" cxnId="{A6324A77-1C77-4E2E-A4CE-93A73912667E}">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2C22A095-6B5B-48CB-A359-2C3E1FA2363D}">
      <dgm:prSet custT="1"/>
      <dgm:spPr/>
      <dgm:t>
        <a:bodyPr/>
        <a:lstStyle/>
        <a:p>
          <a:r>
            <a:rPr lang="zh-CN" altLang="en-US" sz="1200" dirty="0">
              <a:solidFill>
                <a:schemeClr val="tx1"/>
              </a:solidFill>
              <a:latin typeface="微软雅黑" panose="020B0503020204020204" pitchFamily="34" charset="-122"/>
              <a:ea typeface="微软雅黑" panose="020B0503020204020204" pitchFamily="34" charset="-122"/>
            </a:rPr>
            <a:t>软连接</a:t>
          </a:r>
        </a:p>
      </dgm:t>
    </dgm:pt>
    <dgm:pt modelId="{0C8723DB-961C-428F-AE32-B24207B63A6D}" type="parTrans" cxnId="{10C026F0-A197-4157-A403-BFFD453D8240}">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1E8CD71F-9F82-4AEC-A951-C0CE4D5BF962}" type="sibTrans" cxnId="{10C026F0-A197-4157-A403-BFFD453D8240}">
      <dgm:prSet/>
      <dgm:spPr/>
      <dgm:t>
        <a:bodyPr/>
        <a:lstStyle/>
        <a:p>
          <a:endParaRPr lang="zh-CN" altLang="en-US" sz="2000">
            <a:latin typeface="微软雅黑" panose="020B0503020204020204" pitchFamily="34" charset="-122"/>
            <a:ea typeface="微软雅黑" panose="020B0503020204020204" pitchFamily="34" charset="-122"/>
          </a:endParaRPr>
        </a:p>
      </dgm:t>
    </dgm:pt>
    <dgm:pt modelId="{F6A69AD9-A6CE-4B5F-979D-55FABD1E7B00}" type="pres">
      <dgm:prSet presAssocID="{A1ACB03E-D0CA-4422-BFB2-390BA52C573B}" presName="hierChild1" presStyleCnt="0">
        <dgm:presLayoutVars>
          <dgm:orgChart val="1"/>
          <dgm:chPref val="1"/>
          <dgm:dir/>
          <dgm:animOne val="branch"/>
          <dgm:animLvl val="lvl"/>
          <dgm:resizeHandles/>
        </dgm:presLayoutVars>
      </dgm:prSet>
      <dgm:spPr/>
      <dgm:t>
        <a:bodyPr/>
        <a:lstStyle/>
        <a:p>
          <a:endParaRPr lang="zh-CN" altLang="en-US"/>
        </a:p>
      </dgm:t>
    </dgm:pt>
    <dgm:pt modelId="{C500CF95-EE2C-4727-8414-DC215FB1B2E7}" type="pres">
      <dgm:prSet presAssocID="{7F8E743A-E243-4FFC-AE1C-80484C79E5B4}" presName="hierRoot1" presStyleCnt="0">
        <dgm:presLayoutVars>
          <dgm:hierBranch val="init"/>
        </dgm:presLayoutVars>
      </dgm:prSet>
      <dgm:spPr/>
    </dgm:pt>
    <dgm:pt modelId="{A6768733-83F4-4400-B525-36C21FB28812}" type="pres">
      <dgm:prSet presAssocID="{7F8E743A-E243-4FFC-AE1C-80484C79E5B4}" presName="rootComposite1" presStyleCnt="0"/>
      <dgm:spPr/>
    </dgm:pt>
    <dgm:pt modelId="{7BD8B1BD-4013-4654-AFF4-5892E0DE3590}" type="pres">
      <dgm:prSet presAssocID="{7F8E743A-E243-4FFC-AE1C-80484C79E5B4}" presName="rootText1" presStyleLbl="node0" presStyleIdx="0" presStyleCnt="1" custScaleX="127131">
        <dgm:presLayoutVars>
          <dgm:chPref val="3"/>
        </dgm:presLayoutVars>
      </dgm:prSet>
      <dgm:spPr/>
      <dgm:t>
        <a:bodyPr/>
        <a:lstStyle/>
        <a:p>
          <a:endParaRPr lang="zh-CN" altLang="en-US"/>
        </a:p>
      </dgm:t>
    </dgm:pt>
    <dgm:pt modelId="{32A99FAA-FAA4-4F95-96A9-E88ECA603EE0}" type="pres">
      <dgm:prSet presAssocID="{7F8E743A-E243-4FFC-AE1C-80484C79E5B4}" presName="rootConnector1" presStyleLbl="node1" presStyleIdx="0" presStyleCnt="0"/>
      <dgm:spPr/>
      <dgm:t>
        <a:bodyPr/>
        <a:lstStyle/>
        <a:p>
          <a:endParaRPr lang="zh-CN" altLang="en-US"/>
        </a:p>
      </dgm:t>
    </dgm:pt>
    <dgm:pt modelId="{3A4EEBD1-F3DA-4464-981A-991B583CF4D6}" type="pres">
      <dgm:prSet presAssocID="{7F8E743A-E243-4FFC-AE1C-80484C79E5B4}" presName="hierChild2" presStyleCnt="0"/>
      <dgm:spPr/>
    </dgm:pt>
    <dgm:pt modelId="{04BA50B3-FE94-454F-9398-D5C6B7CFECC1}" type="pres">
      <dgm:prSet presAssocID="{AD2FA02D-0086-4EC9-A520-8E87BA1B85C9}" presName="Name64" presStyleLbl="parChTrans1D2" presStyleIdx="0" presStyleCnt="5"/>
      <dgm:spPr/>
      <dgm:t>
        <a:bodyPr/>
        <a:lstStyle/>
        <a:p>
          <a:endParaRPr lang="zh-CN" altLang="en-US"/>
        </a:p>
      </dgm:t>
    </dgm:pt>
    <dgm:pt modelId="{5B06BB6D-1E12-4054-88F7-BC0DA84AF022}" type="pres">
      <dgm:prSet presAssocID="{29CCDD31-2400-49E9-818C-B80580585EB0}" presName="hierRoot2" presStyleCnt="0">
        <dgm:presLayoutVars>
          <dgm:hierBranch val="init"/>
        </dgm:presLayoutVars>
      </dgm:prSet>
      <dgm:spPr/>
    </dgm:pt>
    <dgm:pt modelId="{5E627B69-E7B8-43A1-A2A3-5C54A1A46267}" type="pres">
      <dgm:prSet presAssocID="{29CCDD31-2400-49E9-818C-B80580585EB0}" presName="rootComposite" presStyleCnt="0"/>
      <dgm:spPr/>
    </dgm:pt>
    <dgm:pt modelId="{A6598DCF-02E9-4EE6-8418-B79C32DB7D9C}" type="pres">
      <dgm:prSet presAssocID="{29CCDD31-2400-49E9-818C-B80580585EB0}" presName="rootText" presStyleLbl="node2" presStyleIdx="0" presStyleCnt="5">
        <dgm:presLayoutVars>
          <dgm:chPref val="3"/>
        </dgm:presLayoutVars>
      </dgm:prSet>
      <dgm:spPr/>
      <dgm:t>
        <a:bodyPr/>
        <a:lstStyle/>
        <a:p>
          <a:endParaRPr lang="zh-CN" altLang="en-US"/>
        </a:p>
      </dgm:t>
    </dgm:pt>
    <dgm:pt modelId="{86B38BCC-70F5-4852-8C83-BBB0D436171B}" type="pres">
      <dgm:prSet presAssocID="{29CCDD31-2400-49E9-818C-B80580585EB0}" presName="rootConnector" presStyleLbl="node2" presStyleIdx="0" presStyleCnt="5"/>
      <dgm:spPr/>
      <dgm:t>
        <a:bodyPr/>
        <a:lstStyle/>
        <a:p>
          <a:endParaRPr lang="zh-CN" altLang="en-US"/>
        </a:p>
      </dgm:t>
    </dgm:pt>
    <dgm:pt modelId="{71179B27-EF2B-4250-B9A2-9C54ED03391F}" type="pres">
      <dgm:prSet presAssocID="{29CCDD31-2400-49E9-818C-B80580585EB0}" presName="hierChild4" presStyleCnt="0"/>
      <dgm:spPr/>
    </dgm:pt>
    <dgm:pt modelId="{7F8B3A4A-23F0-4250-B93C-7C10B9E28505}" type="pres">
      <dgm:prSet presAssocID="{337B4813-CA04-4B52-8D61-F77FE99911A9}" presName="Name64" presStyleLbl="parChTrans1D3" presStyleIdx="0" presStyleCnt="10"/>
      <dgm:spPr/>
      <dgm:t>
        <a:bodyPr/>
        <a:lstStyle/>
        <a:p>
          <a:endParaRPr lang="zh-CN" altLang="en-US"/>
        </a:p>
      </dgm:t>
    </dgm:pt>
    <dgm:pt modelId="{5E39570C-18B5-4B1C-A8D9-5AB4101AC75D}" type="pres">
      <dgm:prSet presAssocID="{3A132A26-BF80-4EF2-B54B-A4190AE18EA7}" presName="hierRoot2" presStyleCnt="0">
        <dgm:presLayoutVars>
          <dgm:hierBranch val="init"/>
        </dgm:presLayoutVars>
      </dgm:prSet>
      <dgm:spPr/>
    </dgm:pt>
    <dgm:pt modelId="{4B7FEB30-0D81-4070-87AF-7ED2E4D03FCF}" type="pres">
      <dgm:prSet presAssocID="{3A132A26-BF80-4EF2-B54B-A4190AE18EA7}" presName="rootComposite" presStyleCnt="0"/>
      <dgm:spPr/>
    </dgm:pt>
    <dgm:pt modelId="{7FBDCA28-F8C7-48B8-AEED-B82B901B279C}" type="pres">
      <dgm:prSet presAssocID="{3A132A26-BF80-4EF2-B54B-A4190AE18EA7}" presName="rootText" presStyleLbl="node3" presStyleIdx="0" presStyleCnt="10">
        <dgm:presLayoutVars>
          <dgm:chPref val="3"/>
        </dgm:presLayoutVars>
      </dgm:prSet>
      <dgm:spPr/>
      <dgm:t>
        <a:bodyPr/>
        <a:lstStyle/>
        <a:p>
          <a:endParaRPr lang="zh-CN" altLang="en-US"/>
        </a:p>
      </dgm:t>
    </dgm:pt>
    <dgm:pt modelId="{6404DA32-898E-428E-9535-305F3AE1AC93}" type="pres">
      <dgm:prSet presAssocID="{3A132A26-BF80-4EF2-B54B-A4190AE18EA7}" presName="rootConnector" presStyleLbl="node3" presStyleIdx="0" presStyleCnt="10"/>
      <dgm:spPr/>
      <dgm:t>
        <a:bodyPr/>
        <a:lstStyle/>
        <a:p>
          <a:endParaRPr lang="zh-CN" altLang="en-US"/>
        </a:p>
      </dgm:t>
    </dgm:pt>
    <dgm:pt modelId="{A86A1E9B-36FF-43D8-BE27-C22F0BC9344A}" type="pres">
      <dgm:prSet presAssocID="{3A132A26-BF80-4EF2-B54B-A4190AE18EA7}" presName="hierChild4" presStyleCnt="0"/>
      <dgm:spPr/>
    </dgm:pt>
    <dgm:pt modelId="{E2C36DCA-9065-4211-BE4B-FB85D47AB609}" type="pres">
      <dgm:prSet presAssocID="{3A132A26-BF80-4EF2-B54B-A4190AE18EA7}" presName="hierChild5" presStyleCnt="0"/>
      <dgm:spPr/>
    </dgm:pt>
    <dgm:pt modelId="{7DD81C73-D127-4A1E-895F-FA0F5D32F65B}" type="pres">
      <dgm:prSet presAssocID="{CA1C929B-D049-4E5D-98F3-9ACB33C88AEC}" presName="Name64" presStyleLbl="parChTrans1D3" presStyleIdx="1" presStyleCnt="10"/>
      <dgm:spPr/>
      <dgm:t>
        <a:bodyPr/>
        <a:lstStyle/>
        <a:p>
          <a:endParaRPr lang="zh-CN" altLang="en-US"/>
        </a:p>
      </dgm:t>
    </dgm:pt>
    <dgm:pt modelId="{4BBF08D1-8950-4302-B8CF-D960781F78C7}" type="pres">
      <dgm:prSet presAssocID="{95AFED5A-E7DF-4725-B420-7E3E900D410D}" presName="hierRoot2" presStyleCnt="0">
        <dgm:presLayoutVars>
          <dgm:hierBranch val="init"/>
        </dgm:presLayoutVars>
      </dgm:prSet>
      <dgm:spPr/>
    </dgm:pt>
    <dgm:pt modelId="{43ED2D1B-E370-4575-995D-0785B1FA22C1}" type="pres">
      <dgm:prSet presAssocID="{95AFED5A-E7DF-4725-B420-7E3E900D410D}" presName="rootComposite" presStyleCnt="0"/>
      <dgm:spPr/>
    </dgm:pt>
    <dgm:pt modelId="{2BA1A0DB-CD0E-4007-B207-1A8ED7BA8F3F}" type="pres">
      <dgm:prSet presAssocID="{95AFED5A-E7DF-4725-B420-7E3E900D410D}" presName="rootText" presStyleLbl="node3" presStyleIdx="1" presStyleCnt="10">
        <dgm:presLayoutVars>
          <dgm:chPref val="3"/>
        </dgm:presLayoutVars>
      </dgm:prSet>
      <dgm:spPr/>
      <dgm:t>
        <a:bodyPr/>
        <a:lstStyle/>
        <a:p>
          <a:endParaRPr lang="zh-CN" altLang="en-US"/>
        </a:p>
      </dgm:t>
    </dgm:pt>
    <dgm:pt modelId="{4017C457-0F1C-4B60-8168-215522604107}" type="pres">
      <dgm:prSet presAssocID="{95AFED5A-E7DF-4725-B420-7E3E900D410D}" presName="rootConnector" presStyleLbl="node3" presStyleIdx="1" presStyleCnt="10"/>
      <dgm:spPr/>
      <dgm:t>
        <a:bodyPr/>
        <a:lstStyle/>
        <a:p>
          <a:endParaRPr lang="zh-CN" altLang="en-US"/>
        </a:p>
      </dgm:t>
    </dgm:pt>
    <dgm:pt modelId="{2B35101B-744D-4062-B780-F2C0E7AC8918}" type="pres">
      <dgm:prSet presAssocID="{95AFED5A-E7DF-4725-B420-7E3E900D410D}" presName="hierChild4" presStyleCnt="0"/>
      <dgm:spPr/>
    </dgm:pt>
    <dgm:pt modelId="{BDDEB1ED-8F7A-485B-8128-458621ECFF63}" type="pres">
      <dgm:prSet presAssocID="{95AFED5A-E7DF-4725-B420-7E3E900D410D}" presName="hierChild5" presStyleCnt="0"/>
      <dgm:spPr/>
    </dgm:pt>
    <dgm:pt modelId="{5DB06DE1-F37F-4569-8CAE-70E742ADAAF5}" type="pres">
      <dgm:prSet presAssocID="{29CCDD31-2400-49E9-818C-B80580585EB0}" presName="hierChild5" presStyleCnt="0"/>
      <dgm:spPr/>
    </dgm:pt>
    <dgm:pt modelId="{8957CF84-AEEB-40D0-865C-EEE5DAA117E2}" type="pres">
      <dgm:prSet presAssocID="{152EBBEF-A78C-4936-97DF-020773B9E597}" presName="Name64" presStyleLbl="parChTrans1D2" presStyleIdx="1" presStyleCnt="5"/>
      <dgm:spPr/>
      <dgm:t>
        <a:bodyPr/>
        <a:lstStyle/>
        <a:p>
          <a:endParaRPr lang="zh-CN" altLang="en-US"/>
        </a:p>
      </dgm:t>
    </dgm:pt>
    <dgm:pt modelId="{46ABE068-6700-4629-97D5-3FFEE848EF46}" type="pres">
      <dgm:prSet presAssocID="{810DAF74-BE99-47E0-91D2-7CEEF6481AD6}" presName="hierRoot2" presStyleCnt="0">
        <dgm:presLayoutVars>
          <dgm:hierBranch val="init"/>
        </dgm:presLayoutVars>
      </dgm:prSet>
      <dgm:spPr/>
    </dgm:pt>
    <dgm:pt modelId="{B064BFD0-CBC9-4246-81F1-2C0DDFF56C20}" type="pres">
      <dgm:prSet presAssocID="{810DAF74-BE99-47E0-91D2-7CEEF6481AD6}" presName="rootComposite" presStyleCnt="0"/>
      <dgm:spPr/>
    </dgm:pt>
    <dgm:pt modelId="{D73DD88A-05EE-4ED3-A492-4F69AB5C6CEA}" type="pres">
      <dgm:prSet presAssocID="{810DAF74-BE99-47E0-91D2-7CEEF6481AD6}" presName="rootText" presStyleLbl="node2" presStyleIdx="1" presStyleCnt="5">
        <dgm:presLayoutVars>
          <dgm:chPref val="3"/>
        </dgm:presLayoutVars>
      </dgm:prSet>
      <dgm:spPr/>
      <dgm:t>
        <a:bodyPr/>
        <a:lstStyle/>
        <a:p>
          <a:endParaRPr lang="zh-CN" altLang="en-US"/>
        </a:p>
      </dgm:t>
    </dgm:pt>
    <dgm:pt modelId="{F0054917-0634-4702-BC1E-0C83E1C3FDC7}" type="pres">
      <dgm:prSet presAssocID="{810DAF74-BE99-47E0-91D2-7CEEF6481AD6}" presName="rootConnector" presStyleLbl="node2" presStyleIdx="1" presStyleCnt="5"/>
      <dgm:spPr/>
      <dgm:t>
        <a:bodyPr/>
        <a:lstStyle/>
        <a:p>
          <a:endParaRPr lang="zh-CN" altLang="en-US"/>
        </a:p>
      </dgm:t>
    </dgm:pt>
    <dgm:pt modelId="{1E271399-9974-4E21-A1EA-12E93AD576F8}" type="pres">
      <dgm:prSet presAssocID="{810DAF74-BE99-47E0-91D2-7CEEF6481AD6}" presName="hierChild4" presStyleCnt="0"/>
      <dgm:spPr/>
    </dgm:pt>
    <dgm:pt modelId="{97CE72EC-45E8-48ED-A13D-203BEE613DD8}" type="pres">
      <dgm:prSet presAssocID="{0640C17B-BA38-447F-924E-3610A71A4298}" presName="Name64" presStyleLbl="parChTrans1D3" presStyleIdx="2" presStyleCnt="10"/>
      <dgm:spPr/>
      <dgm:t>
        <a:bodyPr/>
        <a:lstStyle/>
        <a:p>
          <a:endParaRPr lang="zh-CN" altLang="en-US"/>
        </a:p>
      </dgm:t>
    </dgm:pt>
    <dgm:pt modelId="{D5DBA13D-253F-4199-B172-3C3B6B204068}" type="pres">
      <dgm:prSet presAssocID="{4D0E785C-CFAC-4440-B2C1-2A079DE4D0FD}" presName="hierRoot2" presStyleCnt="0">
        <dgm:presLayoutVars>
          <dgm:hierBranch val="init"/>
        </dgm:presLayoutVars>
      </dgm:prSet>
      <dgm:spPr/>
    </dgm:pt>
    <dgm:pt modelId="{82C33E82-4EA8-4E9A-A8E7-E5BD586FEDC8}" type="pres">
      <dgm:prSet presAssocID="{4D0E785C-CFAC-4440-B2C1-2A079DE4D0FD}" presName="rootComposite" presStyleCnt="0"/>
      <dgm:spPr/>
    </dgm:pt>
    <dgm:pt modelId="{052112DE-20E1-44D4-8698-B587195BA669}" type="pres">
      <dgm:prSet presAssocID="{4D0E785C-CFAC-4440-B2C1-2A079DE4D0FD}" presName="rootText" presStyleLbl="node3" presStyleIdx="2" presStyleCnt="10">
        <dgm:presLayoutVars>
          <dgm:chPref val="3"/>
        </dgm:presLayoutVars>
      </dgm:prSet>
      <dgm:spPr/>
      <dgm:t>
        <a:bodyPr/>
        <a:lstStyle/>
        <a:p>
          <a:endParaRPr lang="zh-CN" altLang="en-US"/>
        </a:p>
      </dgm:t>
    </dgm:pt>
    <dgm:pt modelId="{D80F7677-BFC0-47D5-8E7F-8BA23455D86F}" type="pres">
      <dgm:prSet presAssocID="{4D0E785C-CFAC-4440-B2C1-2A079DE4D0FD}" presName="rootConnector" presStyleLbl="node3" presStyleIdx="2" presStyleCnt="10"/>
      <dgm:spPr/>
      <dgm:t>
        <a:bodyPr/>
        <a:lstStyle/>
        <a:p>
          <a:endParaRPr lang="zh-CN" altLang="en-US"/>
        </a:p>
      </dgm:t>
    </dgm:pt>
    <dgm:pt modelId="{0E437ACC-E5DA-4FA9-B36A-1D83482D4C09}" type="pres">
      <dgm:prSet presAssocID="{4D0E785C-CFAC-4440-B2C1-2A079DE4D0FD}" presName="hierChild4" presStyleCnt="0"/>
      <dgm:spPr/>
    </dgm:pt>
    <dgm:pt modelId="{4639EE55-6630-43CC-A29E-420280A54C4C}" type="pres">
      <dgm:prSet presAssocID="{4D0E785C-CFAC-4440-B2C1-2A079DE4D0FD}" presName="hierChild5" presStyleCnt="0"/>
      <dgm:spPr/>
    </dgm:pt>
    <dgm:pt modelId="{8D209E7B-2A1E-4D6E-8419-EE15EB386BA7}" type="pres">
      <dgm:prSet presAssocID="{F8105181-8EFD-49F8-B102-70028B95E852}" presName="Name64" presStyleLbl="parChTrans1D3" presStyleIdx="3" presStyleCnt="10"/>
      <dgm:spPr/>
      <dgm:t>
        <a:bodyPr/>
        <a:lstStyle/>
        <a:p>
          <a:endParaRPr lang="zh-CN" altLang="en-US"/>
        </a:p>
      </dgm:t>
    </dgm:pt>
    <dgm:pt modelId="{A2D1B889-AB50-4239-B2B0-7E42F756C7C2}" type="pres">
      <dgm:prSet presAssocID="{FDA609E5-19EF-4D77-92AC-65A390466659}" presName="hierRoot2" presStyleCnt="0">
        <dgm:presLayoutVars>
          <dgm:hierBranch val="init"/>
        </dgm:presLayoutVars>
      </dgm:prSet>
      <dgm:spPr/>
    </dgm:pt>
    <dgm:pt modelId="{30035678-CE74-4B49-9951-35AC1D65F6E1}" type="pres">
      <dgm:prSet presAssocID="{FDA609E5-19EF-4D77-92AC-65A390466659}" presName="rootComposite" presStyleCnt="0"/>
      <dgm:spPr/>
    </dgm:pt>
    <dgm:pt modelId="{D3825F7D-BBD3-4A60-9FDB-5187FCC432FE}" type="pres">
      <dgm:prSet presAssocID="{FDA609E5-19EF-4D77-92AC-65A390466659}" presName="rootText" presStyleLbl="node3" presStyleIdx="3" presStyleCnt="10">
        <dgm:presLayoutVars>
          <dgm:chPref val="3"/>
        </dgm:presLayoutVars>
      </dgm:prSet>
      <dgm:spPr/>
      <dgm:t>
        <a:bodyPr/>
        <a:lstStyle/>
        <a:p>
          <a:endParaRPr lang="zh-CN" altLang="en-US"/>
        </a:p>
      </dgm:t>
    </dgm:pt>
    <dgm:pt modelId="{ECB60EC7-F33B-4146-90F2-9F95EC44DEA7}" type="pres">
      <dgm:prSet presAssocID="{FDA609E5-19EF-4D77-92AC-65A390466659}" presName="rootConnector" presStyleLbl="node3" presStyleIdx="3" presStyleCnt="10"/>
      <dgm:spPr/>
      <dgm:t>
        <a:bodyPr/>
        <a:lstStyle/>
        <a:p>
          <a:endParaRPr lang="zh-CN" altLang="en-US"/>
        </a:p>
      </dgm:t>
    </dgm:pt>
    <dgm:pt modelId="{60CA63FB-4014-47CA-AE60-3AC79C268CC5}" type="pres">
      <dgm:prSet presAssocID="{FDA609E5-19EF-4D77-92AC-65A390466659}" presName="hierChild4" presStyleCnt="0"/>
      <dgm:spPr/>
    </dgm:pt>
    <dgm:pt modelId="{4072AB23-A52F-472E-A389-16174A2CE75A}" type="pres">
      <dgm:prSet presAssocID="{FDA609E5-19EF-4D77-92AC-65A390466659}" presName="hierChild5" presStyleCnt="0"/>
      <dgm:spPr/>
    </dgm:pt>
    <dgm:pt modelId="{D7122169-A602-4C13-AE64-081EC2DAE7F3}" type="pres">
      <dgm:prSet presAssocID="{810DAF74-BE99-47E0-91D2-7CEEF6481AD6}" presName="hierChild5" presStyleCnt="0"/>
      <dgm:spPr/>
    </dgm:pt>
    <dgm:pt modelId="{7E1A098F-3230-469D-A3ED-9A604B2573FF}" type="pres">
      <dgm:prSet presAssocID="{F8F39FF3-76B2-4923-BD91-83E67331987C}" presName="Name64" presStyleLbl="parChTrans1D2" presStyleIdx="2" presStyleCnt="5"/>
      <dgm:spPr/>
      <dgm:t>
        <a:bodyPr/>
        <a:lstStyle/>
        <a:p>
          <a:endParaRPr lang="zh-CN" altLang="en-US"/>
        </a:p>
      </dgm:t>
    </dgm:pt>
    <dgm:pt modelId="{05D47BE7-DB5C-46B8-8152-8F747C18D244}" type="pres">
      <dgm:prSet presAssocID="{50FBCD60-61CC-48AD-AAE5-05A093648A2D}" presName="hierRoot2" presStyleCnt="0">
        <dgm:presLayoutVars>
          <dgm:hierBranch val="init"/>
        </dgm:presLayoutVars>
      </dgm:prSet>
      <dgm:spPr/>
    </dgm:pt>
    <dgm:pt modelId="{BEEFECA8-671C-45CA-A557-3EC32478DFE7}" type="pres">
      <dgm:prSet presAssocID="{50FBCD60-61CC-48AD-AAE5-05A093648A2D}" presName="rootComposite" presStyleCnt="0"/>
      <dgm:spPr/>
    </dgm:pt>
    <dgm:pt modelId="{12D45E9F-4DF1-4942-AD5D-D8F7AC381E05}" type="pres">
      <dgm:prSet presAssocID="{50FBCD60-61CC-48AD-AAE5-05A093648A2D}" presName="rootText" presStyleLbl="node2" presStyleIdx="2" presStyleCnt="5">
        <dgm:presLayoutVars>
          <dgm:chPref val="3"/>
        </dgm:presLayoutVars>
      </dgm:prSet>
      <dgm:spPr/>
      <dgm:t>
        <a:bodyPr/>
        <a:lstStyle/>
        <a:p>
          <a:endParaRPr lang="zh-CN" altLang="en-US"/>
        </a:p>
      </dgm:t>
    </dgm:pt>
    <dgm:pt modelId="{22700486-40F3-41AE-BED8-6E276C7E5CEB}" type="pres">
      <dgm:prSet presAssocID="{50FBCD60-61CC-48AD-AAE5-05A093648A2D}" presName="rootConnector" presStyleLbl="node2" presStyleIdx="2" presStyleCnt="5"/>
      <dgm:spPr/>
      <dgm:t>
        <a:bodyPr/>
        <a:lstStyle/>
        <a:p>
          <a:endParaRPr lang="zh-CN" altLang="en-US"/>
        </a:p>
      </dgm:t>
    </dgm:pt>
    <dgm:pt modelId="{639064F5-B8C3-4C23-813C-A78C899D5891}" type="pres">
      <dgm:prSet presAssocID="{50FBCD60-61CC-48AD-AAE5-05A093648A2D}" presName="hierChild4" presStyleCnt="0"/>
      <dgm:spPr/>
    </dgm:pt>
    <dgm:pt modelId="{B63F322F-23DC-4507-8607-C07626777D64}" type="pres">
      <dgm:prSet presAssocID="{F47EA6A0-A806-4911-A543-5105CFC62AC9}" presName="Name64" presStyleLbl="parChTrans1D3" presStyleIdx="4" presStyleCnt="10"/>
      <dgm:spPr/>
      <dgm:t>
        <a:bodyPr/>
        <a:lstStyle/>
        <a:p>
          <a:endParaRPr lang="zh-CN" altLang="en-US"/>
        </a:p>
      </dgm:t>
    </dgm:pt>
    <dgm:pt modelId="{BEBC893B-8F9E-4285-8140-078EF4334C63}" type="pres">
      <dgm:prSet presAssocID="{9E91F932-DC26-41A3-BCEE-7A8C8EE4B26E}" presName="hierRoot2" presStyleCnt="0">
        <dgm:presLayoutVars>
          <dgm:hierBranch val="init"/>
        </dgm:presLayoutVars>
      </dgm:prSet>
      <dgm:spPr/>
    </dgm:pt>
    <dgm:pt modelId="{8A6035ED-0846-4CB3-ACFA-9E6F686BE622}" type="pres">
      <dgm:prSet presAssocID="{9E91F932-DC26-41A3-BCEE-7A8C8EE4B26E}" presName="rootComposite" presStyleCnt="0"/>
      <dgm:spPr/>
    </dgm:pt>
    <dgm:pt modelId="{D36C5970-6150-47F3-A781-8E68BA7DCCBA}" type="pres">
      <dgm:prSet presAssocID="{9E91F932-DC26-41A3-BCEE-7A8C8EE4B26E}" presName="rootText" presStyleLbl="node3" presStyleIdx="4" presStyleCnt="10">
        <dgm:presLayoutVars>
          <dgm:chPref val="3"/>
        </dgm:presLayoutVars>
      </dgm:prSet>
      <dgm:spPr/>
      <dgm:t>
        <a:bodyPr/>
        <a:lstStyle/>
        <a:p>
          <a:endParaRPr lang="zh-CN" altLang="en-US"/>
        </a:p>
      </dgm:t>
    </dgm:pt>
    <dgm:pt modelId="{F891A247-3160-4D78-99C6-171CCC3A6FC1}" type="pres">
      <dgm:prSet presAssocID="{9E91F932-DC26-41A3-BCEE-7A8C8EE4B26E}" presName="rootConnector" presStyleLbl="node3" presStyleIdx="4" presStyleCnt="10"/>
      <dgm:spPr/>
      <dgm:t>
        <a:bodyPr/>
        <a:lstStyle/>
        <a:p>
          <a:endParaRPr lang="zh-CN" altLang="en-US"/>
        </a:p>
      </dgm:t>
    </dgm:pt>
    <dgm:pt modelId="{367B6FDE-5CC5-4582-8A22-07D8DA6E8E03}" type="pres">
      <dgm:prSet presAssocID="{9E91F932-DC26-41A3-BCEE-7A8C8EE4B26E}" presName="hierChild4" presStyleCnt="0"/>
      <dgm:spPr/>
    </dgm:pt>
    <dgm:pt modelId="{3B814F1D-A1E5-4B4C-8781-559BE192F288}" type="pres">
      <dgm:prSet presAssocID="{9E91F932-DC26-41A3-BCEE-7A8C8EE4B26E}" presName="hierChild5" presStyleCnt="0"/>
      <dgm:spPr/>
    </dgm:pt>
    <dgm:pt modelId="{240CF063-D59E-4DAB-81DF-BCF628DA2C85}" type="pres">
      <dgm:prSet presAssocID="{02EF71C6-EDC3-4091-929F-985D26F45CEF}" presName="Name64" presStyleLbl="parChTrans1D3" presStyleIdx="5" presStyleCnt="10"/>
      <dgm:spPr/>
      <dgm:t>
        <a:bodyPr/>
        <a:lstStyle/>
        <a:p>
          <a:endParaRPr lang="zh-CN" altLang="en-US"/>
        </a:p>
      </dgm:t>
    </dgm:pt>
    <dgm:pt modelId="{0AE0DE06-4E52-42F8-89D0-9BE554F5239D}" type="pres">
      <dgm:prSet presAssocID="{653CE39F-2293-495A-9813-546CF73D3BD5}" presName="hierRoot2" presStyleCnt="0">
        <dgm:presLayoutVars>
          <dgm:hierBranch val="init"/>
        </dgm:presLayoutVars>
      </dgm:prSet>
      <dgm:spPr/>
    </dgm:pt>
    <dgm:pt modelId="{35678F4D-FA55-4E16-B42E-CF0DCB548C45}" type="pres">
      <dgm:prSet presAssocID="{653CE39F-2293-495A-9813-546CF73D3BD5}" presName="rootComposite" presStyleCnt="0"/>
      <dgm:spPr/>
    </dgm:pt>
    <dgm:pt modelId="{9DE79A71-AABF-48A1-9536-0DD8876A7BA9}" type="pres">
      <dgm:prSet presAssocID="{653CE39F-2293-495A-9813-546CF73D3BD5}" presName="rootText" presStyleLbl="node3" presStyleIdx="5" presStyleCnt="10">
        <dgm:presLayoutVars>
          <dgm:chPref val="3"/>
        </dgm:presLayoutVars>
      </dgm:prSet>
      <dgm:spPr/>
      <dgm:t>
        <a:bodyPr/>
        <a:lstStyle/>
        <a:p>
          <a:endParaRPr lang="zh-CN" altLang="en-US"/>
        </a:p>
      </dgm:t>
    </dgm:pt>
    <dgm:pt modelId="{881F96ED-EFD8-4BEE-92B8-0165B56FC532}" type="pres">
      <dgm:prSet presAssocID="{653CE39F-2293-495A-9813-546CF73D3BD5}" presName="rootConnector" presStyleLbl="node3" presStyleIdx="5" presStyleCnt="10"/>
      <dgm:spPr/>
      <dgm:t>
        <a:bodyPr/>
        <a:lstStyle/>
        <a:p>
          <a:endParaRPr lang="zh-CN" altLang="en-US"/>
        </a:p>
      </dgm:t>
    </dgm:pt>
    <dgm:pt modelId="{868A365B-1388-4508-8042-84E435DF31B5}" type="pres">
      <dgm:prSet presAssocID="{653CE39F-2293-495A-9813-546CF73D3BD5}" presName="hierChild4" presStyleCnt="0"/>
      <dgm:spPr/>
    </dgm:pt>
    <dgm:pt modelId="{823BB9C9-00AC-4759-B2DB-3B7565C18CBF}" type="pres">
      <dgm:prSet presAssocID="{653CE39F-2293-495A-9813-546CF73D3BD5}" presName="hierChild5" presStyleCnt="0"/>
      <dgm:spPr/>
    </dgm:pt>
    <dgm:pt modelId="{4FCC41BC-6380-4A9C-972F-7B9819560041}" type="pres">
      <dgm:prSet presAssocID="{50FBCD60-61CC-48AD-AAE5-05A093648A2D}" presName="hierChild5" presStyleCnt="0"/>
      <dgm:spPr/>
    </dgm:pt>
    <dgm:pt modelId="{EB563BD0-0F4C-49A3-AA67-D9CC45981ABF}" type="pres">
      <dgm:prSet presAssocID="{0D4BD665-4E24-46B7-BDAA-7C6AAC50F189}" presName="Name64" presStyleLbl="parChTrans1D2" presStyleIdx="3" presStyleCnt="5"/>
      <dgm:spPr/>
      <dgm:t>
        <a:bodyPr/>
        <a:lstStyle/>
        <a:p>
          <a:endParaRPr lang="zh-CN" altLang="en-US"/>
        </a:p>
      </dgm:t>
    </dgm:pt>
    <dgm:pt modelId="{C2CFB71B-8349-4FE0-8E04-EE8CF162C610}" type="pres">
      <dgm:prSet presAssocID="{4CD2675A-A10B-4F4A-9772-FCA911351B43}" presName="hierRoot2" presStyleCnt="0">
        <dgm:presLayoutVars>
          <dgm:hierBranch val="init"/>
        </dgm:presLayoutVars>
      </dgm:prSet>
      <dgm:spPr/>
    </dgm:pt>
    <dgm:pt modelId="{D0674266-EF08-44F6-B4C8-C5938B62C19E}" type="pres">
      <dgm:prSet presAssocID="{4CD2675A-A10B-4F4A-9772-FCA911351B43}" presName="rootComposite" presStyleCnt="0"/>
      <dgm:spPr/>
    </dgm:pt>
    <dgm:pt modelId="{95D27DD1-E488-4F2D-BE0D-F9F393FFDD6E}" type="pres">
      <dgm:prSet presAssocID="{4CD2675A-A10B-4F4A-9772-FCA911351B43}" presName="rootText" presStyleLbl="node2" presStyleIdx="3" presStyleCnt="5">
        <dgm:presLayoutVars>
          <dgm:chPref val="3"/>
        </dgm:presLayoutVars>
      </dgm:prSet>
      <dgm:spPr/>
      <dgm:t>
        <a:bodyPr/>
        <a:lstStyle/>
        <a:p>
          <a:endParaRPr lang="zh-CN" altLang="en-US"/>
        </a:p>
      </dgm:t>
    </dgm:pt>
    <dgm:pt modelId="{FF82F51B-2119-40D4-B217-EBAC8B5EA63E}" type="pres">
      <dgm:prSet presAssocID="{4CD2675A-A10B-4F4A-9772-FCA911351B43}" presName="rootConnector" presStyleLbl="node2" presStyleIdx="3" presStyleCnt="5"/>
      <dgm:spPr/>
      <dgm:t>
        <a:bodyPr/>
        <a:lstStyle/>
        <a:p>
          <a:endParaRPr lang="zh-CN" altLang="en-US"/>
        </a:p>
      </dgm:t>
    </dgm:pt>
    <dgm:pt modelId="{20718676-0070-49CB-944F-02AC3D5AAFE3}" type="pres">
      <dgm:prSet presAssocID="{4CD2675A-A10B-4F4A-9772-FCA911351B43}" presName="hierChild4" presStyleCnt="0"/>
      <dgm:spPr/>
    </dgm:pt>
    <dgm:pt modelId="{DD874E2B-37EC-4334-9DF5-4BA7B51BB35E}" type="pres">
      <dgm:prSet presAssocID="{D8F06A46-9025-41F2-8CF2-38D377526884}" presName="Name64" presStyleLbl="parChTrans1D3" presStyleIdx="6" presStyleCnt="10"/>
      <dgm:spPr/>
      <dgm:t>
        <a:bodyPr/>
        <a:lstStyle/>
        <a:p>
          <a:endParaRPr lang="zh-CN" altLang="en-US"/>
        </a:p>
      </dgm:t>
    </dgm:pt>
    <dgm:pt modelId="{04262631-5594-4CBF-A381-E970DA5C4C7C}" type="pres">
      <dgm:prSet presAssocID="{32E1EBE7-B9D4-4CEC-BD02-217147053E65}" presName="hierRoot2" presStyleCnt="0">
        <dgm:presLayoutVars>
          <dgm:hierBranch val="init"/>
        </dgm:presLayoutVars>
      </dgm:prSet>
      <dgm:spPr/>
    </dgm:pt>
    <dgm:pt modelId="{E7D12413-979D-417C-A851-C0EB337AB2A1}" type="pres">
      <dgm:prSet presAssocID="{32E1EBE7-B9D4-4CEC-BD02-217147053E65}" presName="rootComposite" presStyleCnt="0"/>
      <dgm:spPr/>
    </dgm:pt>
    <dgm:pt modelId="{6CED62E6-49F2-4C42-BD82-843A283CC2A2}" type="pres">
      <dgm:prSet presAssocID="{32E1EBE7-B9D4-4CEC-BD02-217147053E65}" presName="rootText" presStyleLbl="node3" presStyleIdx="6" presStyleCnt="10">
        <dgm:presLayoutVars>
          <dgm:chPref val="3"/>
        </dgm:presLayoutVars>
      </dgm:prSet>
      <dgm:spPr/>
      <dgm:t>
        <a:bodyPr/>
        <a:lstStyle/>
        <a:p>
          <a:endParaRPr lang="zh-CN" altLang="en-US"/>
        </a:p>
      </dgm:t>
    </dgm:pt>
    <dgm:pt modelId="{0D3B7DEB-4D55-4FD8-8256-C06F3B9177B1}" type="pres">
      <dgm:prSet presAssocID="{32E1EBE7-B9D4-4CEC-BD02-217147053E65}" presName="rootConnector" presStyleLbl="node3" presStyleIdx="6" presStyleCnt="10"/>
      <dgm:spPr/>
      <dgm:t>
        <a:bodyPr/>
        <a:lstStyle/>
        <a:p>
          <a:endParaRPr lang="zh-CN" altLang="en-US"/>
        </a:p>
      </dgm:t>
    </dgm:pt>
    <dgm:pt modelId="{09692246-6C29-4766-B768-9BD6D4D50EE0}" type="pres">
      <dgm:prSet presAssocID="{32E1EBE7-B9D4-4CEC-BD02-217147053E65}" presName="hierChild4" presStyleCnt="0"/>
      <dgm:spPr/>
    </dgm:pt>
    <dgm:pt modelId="{59291EC8-563F-486F-953F-6469DC266F76}" type="pres">
      <dgm:prSet presAssocID="{32E1EBE7-B9D4-4CEC-BD02-217147053E65}" presName="hierChild5" presStyleCnt="0"/>
      <dgm:spPr/>
    </dgm:pt>
    <dgm:pt modelId="{36FFD97C-8674-49B8-A4BF-DED677CE1DE6}" type="pres">
      <dgm:prSet presAssocID="{E0312B8B-317F-4125-B58D-BEA33B4000B1}" presName="Name64" presStyleLbl="parChTrans1D3" presStyleIdx="7" presStyleCnt="10"/>
      <dgm:spPr/>
      <dgm:t>
        <a:bodyPr/>
        <a:lstStyle/>
        <a:p>
          <a:endParaRPr lang="zh-CN" altLang="en-US"/>
        </a:p>
      </dgm:t>
    </dgm:pt>
    <dgm:pt modelId="{81F8A668-CD0F-4E0F-AE24-81ED11E4DDE1}" type="pres">
      <dgm:prSet presAssocID="{1E643EB3-92A8-4AC4-94A0-5328F5E60A1E}" presName="hierRoot2" presStyleCnt="0">
        <dgm:presLayoutVars>
          <dgm:hierBranch val="init"/>
        </dgm:presLayoutVars>
      </dgm:prSet>
      <dgm:spPr/>
    </dgm:pt>
    <dgm:pt modelId="{5E77982C-EB38-4256-98D9-F626643E1CE0}" type="pres">
      <dgm:prSet presAssocID="{1E643EB3-92A8-4AC4-94A0-5328F5E60A1E}" presName="rootComposite" presStyleCnt="0"/>
      <dgm:spPr/>
    </dgm:pt>
    <dgm:pt modelId="{7AACD987-AF3C-4602-882F-DE27E8FA43F5}" type="pres">
      <dgm:prSet presAssocID="{1E643EB3-92A8-4AC4-94A0-5328F5E60A1E}" presName="rootText" presStyleLbl="node3" presStyleIdx="7" presStyleCnt="10">
        <dgm:presLayoutVars>
          <dgm:chPref val="3"/>
        </dgm:presLayoutVars>
      </dgm:prSet>
      <dgm:spPr/>
      <dgm:t>
        <a:bodyPr/>
        <a:lstStyle/>
        <a:p>
          <a:endParaRPr lang="zh-CN" altLang="en-US"/>
        </a:p>
      </dgm:t>
    </dgm:pt>
    <dgm:pt modelId="{B907A007-1952-4B1F-ACCA-37852A5DA8DE}" type="pres">
      <dgm:prSet presAssocID="{1E643EB3-92A8-4AC4-94A0-5328F5E60A1E}" presName="rootConnector" presStyleLbl="node3" presStyleIdx="7" presStyleCnt="10"/>
      <dgm:spPr/>
      <dgm:t>
        <a:bodyPr/>
        <a:lstStyle/>
        <a:p>
          <a:endParaRPr lang="zh-CN" altLang="en-US"/>
        </a:p>
      </dgm:t>
    </dgm:pt>
    <dgm:pt modelId="{9B1047FF-5259-4AAE-95A4-F6313581EF91}" type="pres">
      <dgm:prSet presAssocID="{1E643EB3-92A8-4AC4-94A0-5328F5E60A1E}" presName="hierChild4" presStyleCnt="0"/>
      <dgm:spPr/>
    </dgm:pt>
    <dgm:pt modelId="{05B2891C-50E5-4882-BC9E-77326CFD1FD3}" type="pres">
      <dgm:prSet presAssocID="{1E643EB3-92A8-4AC4-94A0-5328F5E60A1E}" presName="hierChild5" presStyleCnt="0"/>
      <dgm:spPr/>
    </dgm:pt>
    <dgm:pt modelId="{ACA2BB3C-F4C3-49F1-81DB-DB73A13DBA2A}" type="pres">
      <dgm:prSet presAssocID="{4CD2675A-A10B-4F4A-9772-FCA911351B43}" presName="hierChild5" presStyleCnt="0"/>
      <dgm:spPr/>
    </dgm:pt>
    <dgm:pt modelId="{AF4451F5-C6D1-457D-AF54-65C703027481}" type="pres">
      <dgm:prSet presAssocID="{258DD7FF-8C23-42D9-8F08-7963626CE94F}" presName="Name64" presStyleLbl="parChTrans1D2" presStyleIdx="4" presStyleCnt="5"/>
      <dgm:spPr/>
      <dgm:t>
        <a:bodyPr/>
        <a:lstStyle/>
        <a:p>
          <a:endParaRPr lang="zh-CN" altLang="en-US"/>
        </a:p>
      </dgm:t>
    </dgm:pt>
    <dgm:pt modelId="{787CA60B-595C-4679-9F2B-67356B6896C1}" type="pres">
      <dgm:prSet presAssocID="{256E7EED-920A-4C04-BDCA-0F8EE58B5807}" presName="hierRoot2" presStyleCnt="0">
        <dgm:presLayoutVars>
          <dgm:hierBranch val="init"/>
        </dgm:presLayoutVars>
      </dgm:prSet>
      <dgm:spPr/>
    </dgm:pt>
    <dgm:pt modelId="{18E921BA-A6E0-4843-8386-9E720CC481A9}" type="pres">
      <dgm:prSet presAssocID="{256E7EED-920A-4C04-BDCA-0F8EE58B5807}" presName="rootComposite" presStyleCnt="0"/>
      <dgm:spPr/>
    </dgm:pt>
    <dgm:pt modelId="{F056CA5A-A692-49C9-B86A-152B69261055}" type="pres">
      <dgm:prSet presAssocID="{256E7EED-920A-4C04-BDCA-0F8EE58B5807}" presName="rootText" presStyleLbl="node2" presStyleIdx="4" presStyleCnt="5">
        <dgm:presLayoutVars>
          <dgm:chPref val="3"/>
        </dgm:presLayoutVars>
      </dgm:prSet>
      <dgm:spPr/>
      <dgm:t>
        <a:bodyPr/>
        <a:lstStyle/>
        <a:p>
          <a:endParaRPr lang="zh-CN" altLang="en-US"/>
        </a:p>
      </dgm:t>
    </dgm:pt>
    <dgm:pt modelId="{98509CA9-D241-4536-9835-3250DB348BEA}" type="pres">
      <dgm:prSet presAssocID="{256E7EED-920A-4C04-BDCA-0F8EE58B5807}" presName="rootConnector" presStyleLbl="node2" presStyleIdx="4" presStyleCnt="5"/>
      <dgm:spPr/>
      <dgm:t>
        <a:bodyPr/>
        <a:lstStyle/>
        <a:p>
          <a:endParaRPr lang="zh-CN" altLang="en-US"/>
        </a:p>
      </dgm:t>
    </dgm:pt>
    <dgm:pt modelId="{0655101A-97C6-48BB-BAB0-1C47117BACF6}" type="pres">
      <dgm:prSet presAssocID="{256E7EED-920A-4C04-BDCA-0F8EE58B5807}" presName="hierChild4" presStyleCnt="0"/>
      <dgm:spPr/>
    </dgm:pt>
    <dgm:pt modelId="{33BC7AB8-FACA-4F3F-8459-99C867F83F34}" type="pres">
      <dgm:prSet presAssocID="{21DEB8FF-CDC0-4059-A97E-2CDE956BB494}" presName="Name64" presStyleLbl="parChTrans1D3" presStyleIdx="8" presStyleCnt="10"/>
      <dgm:spPr/>
      <dgm:t>
        <a:bodyPr/>
        <a:lstStyle/>
        <a:p>
          <a:endParaRPr lang="zh-CN" altLang="en-US"/>
        </a:p>
      </dgm:t>
    </dgm:pt>
    <dgm:pt modelId="{A7508992-749C-4FFC-9872-0D5734B73516}" type="pres">
      <dgm:prSet presAssocID="{5E26FE24-45A5-48FA-8293-2A4ADE4C9269}" presName="hierRoot2" presStyleCnt="0">
        <dgm:presLayoutVars>
          <dgm:hierBranch val="init"/>
        </dgm:presLayoutVars>
      </dgm:prSet>
      <dgm:spPr/>
    </dgm:pt>
    <dgm:pt modelId="{AA780A97-4F58-4D37-84EE-BFD7F4735A0C}" type="pres">
      <dgm:prSet presAssocID="{5E26FE24-45A5-48FA-8293-2A4ADE4C9269}" presName="rootComposite" presStyleCnt="0"/>
      <dgm:spPr/>
    </dgm:pt>
    <dgm:pt modelId="{087068E3-7F8D-4D24-8EDC-4CFFF25D9DF9}" type="pres">
      <dgm:prSet presAssocID="{5E26FE24-45A5-48FA-8293-2A4ADE4C9269}" presName="rootText" presStyleLbl="node3" presStyleIdx="8" presStyleCnt="10">
        <dgm:presLayoutVars>
          <dgm:chPref val="3"/>
        </dgm:presLayoutVars>
      </dgm:prSet>
      <dgm:spPr/>
      <dgm:t>
        <a:bodyPr/>
        <a:lstStyle/>
        <a:p>
          <a:endParaRPr lang="zh-CN" altLang="en-US"/>
        </a:p>
      </dgm:t>
    </dgm:pt>
    <dgm:pt modelId="{790785B4-38A8-40B7-B502-69C2DAF59B0D}" type="pres">
      <dgm:prSet presAssocID="{5E26FE24-45A5-48FA-8293-2A4ADE4C9269}" presName="rootConnector" presStyleLbl="node3" presStyleIdx="8" presStyleCnt="10"/>
      <dgm:spPr/>
      <dgm:t>
        <a:bodyPr/>
        <a:lstStyle/>
        <a:p>
          <a:endParaRPr lang="zh-CN" altLang="en-US"/>
        </a:p>
      </dgm:t>
    </dgm:pt>
    <dgm:pt modelId="{111A7859-76B3-4993-B240-163939D5EDEE}" type="pres">
      <dgm:prSet presAssocID="{5E26FE24-45A5-48FA-8293-2A4ADE4C9269}" presName="hierChild4" presStyleCnt="0"/>
      <dgm:spPr/>
    </dgm:pt>
    <dgm:pt modelId="{BF78F749-2F26-48E8-B51C-3E2BB495356C}" type="pres">
      <dgm:prSet presAssocID="{5E26FE24-45A5-48FA-8293-2A4ADE4C9269}" presName="hierChild5" presStyleCnt="0"/>
      <dgm:spPr/>
    </dgm:pt>
    <dgm:pt modelId="{DA6E83DC-A6CD-446A-AC09-B71D9A21E080}" type="pres">
      <dgm:prSet presAssocID="{0C8723DB-961C-428F-AE32-B24207B63A6D}" presName="Name64" presStyleLbl="parChTrans1D3" presStyleIdx="9" presStyleCnt="10"/>
      <dgm:spPr/>
      <dgm:t>
        <a:bodyPr/>
        <a:lstStyle/>
        <a:p>
          <a:endParaRPr lang="zh-CN" altLang="en-US"/>
        </a:p>
      </dgm:t>
    </dgm:pt>
    <dgm:pt modelId="{38804AE2-C787-42F0-A8DD-40AE041A5E12}" type="pres">
      <dgm:prSet presAssocID="{2C22A095-6B5B-48CB-A359-2C3E1FA2363D}" presName="hierRoot2" presStyleCnt="0">
        <dgm:presLayoutVars>
          <dgm:hierBranch val="init"/>
        </dgm:presLayoutVars>
      </dgm:prSet>
      <dgm:spPr/>
    </dgm:pt>
    <dgm:pt modelId="{7C9B4C38-035A-42C2-9693-EA55969284E6}" type="pres">
      <dgm:prSet presAssocID="{2C22A095-6B5B-48CB-A359-2C3E1FA2363D}" presName="rootComposite" presStyleCnt="0"/>
      <dgm:spPr/>
    </dgm:pt>
    <dgm:pt modelId="{6C46A6BF-7B8D-40C9-886B-9A9BC98CC7D2}" type="pres">
      <dgm:prSet presAssocID="{2C22A095-6B5B-48CB-A359-2C3E1FA2363D}" presName="rootText" presStyleLbl="node3" presStyleIdx="9" presStyleCnt="10">
        <dgm:presLayoutVars>
          <dgm:chPref val="3"/>
        </dgm:presLayoutVars>
      </dgm:prSet>
      <dgm:spPr/>
      <dgm:t>
        <a:bodyPr/>
        <a:lstStyle/>
        <a:p>
          <a:endParaRPr lang="zh-CN" altLang="en-US"/>
        </a:p>
      </dgm:t>
    </dgm:pt>
    <dgm:pt modelId="{531961F8-D001-4C0F-9525-163AF761B911}" type="pres">
      <dgm:prSet presAssocID="{2C22A095-6B5B-48CB-A359-2C3E1FA2363D}" presName="rootConnector" presStyleLbl="node3" presStyleIdx="9" presStyleCnt="10"/>
      <dgm:spPr/>
      <dgm:t>
        <a:bodyPr/>
        <a:lstStyle/>
        <a:p>
          <a:endParaRPr lang="zh-CN" altLang="en-US"/>
        </a:p>
      </dgm:t>
    </dgm:pt>
    <dgm:pt modelId="{F56360D2-5C6A-4F07-999E-EBA506AE0AF0}" type="pres">
      <dgm:prSet presAssocID="{2C22A095-6B5B-48CB-A359-2C3E1FA2363D}" presName="hierChild4" presStyleCnt="0"/>
      <dgm:spPr/>
    </dgm:pt>
    <dgm:pt modelId="{A1DDC6AD-A3CE-427A-9F67-0BA5F164DDCD}" type="pres">
      <dgm:prSet presAssocID="{2C22A095-6B5B-48CB-A359-2C3E1FA2363D}" presName="hierChild5" presStyleCnt="0"/>
      <dgm:spPr/>
    </dgm:pt>
    <dgm:pt modelId="{E5D84088-17F3-4927-AC60-192FA40910FC}" type="pres">
      <dgm:prSet presAssocID="{256E7EED-920A-4C04-BDCA-0F8EE58B5807}" presName="hierChild5" presStyleCnt="0"/>
      <dgm:spPr/>
    </dgm:pt>
    <dgm:pt modelId="{318BCE47-129D-40AF-A6F3-C7EE10C2FB16}" type="pres">
      <dgm:prSet presAssocID="{7F8E743A-E243-4FFC-AE1C-80484C79E5B4}" presName="hierChild3" presStyleCnt="0"/>
      <dgm:spPr/>
    </dgm:pt>
  </dgm:ptLst>
  <dgm:cxnLst>
    <dgm:cxn modelId="{AF277818-E489-4F75-83B0-094998C7B5DE}" type="presOf" srcId="{5E26FE24-45A5-48FA-8293-2A4ADE4C9269}" destId="{087068E3-7F8D-4D24-8EDC-4CFFF25D9DF9}" srcOrd="0" destOrd="0" presId="urn:microsoft.com/office/officeart/2009/3/layout/HorizontalOrganizationChart"/>
    <dgm:cxn modelId="{2A9F3C3C-C961-4724-AB5C-607502C3BF0F}" type="presOf" srcId="{02EF71C6-EDC3-4091-929F-985D26F45CEF}" destId="{240CF063-D59E-4DAB-81DF-BCF628DA2C85}" srcOrd="0" destOrd="0" presId="urn:microsoft.com/office/officeart/2009/3/layout/HorizontalOrganizationChart"/>
    <dgm:cxn modelId="{6F5A50AB-23DE-4CDB-B1B0-3832B0ABE713}" srcId="{4CD2675A-A10B-4F4A-9772-FCA911351B43}" destId="{1E643EB3-92A8-4AC4-94A0-5328F5E60A1E}" srcOrd="1" destOrd="0" parTransId="{E0312B8B-317F-4125-B58D-BEA33B4000B1}" sibTransId="{689ECF95-98BD-495C-B010-0D3FAA0A1D2A}"/>
    <dgm:cxn modelId="{36C88A9C-BF3A-434F-A045-49DD047B2040}" type="presOf" srcId="{4CD2675A-A10B-4F4A-9772-FCA911351B43}" destId="{95D27DD1-E488-4F2D-BE0D-F9F393FFDD6E}" srcOrd="0" destOrd="0" presId="urn:microsoft.com/office/officeart/2009/3/layout/HorizontalOrganizationChart"/>
    <dgm:cxn modelId="{FA6FF12E-51DA-46E2-9257-B32198BA237F}" type="presOf" srcId="{653CE39F-2293-495A-9813-546CF73D3BD5}" destId="{9DE79A71-AABF-48A1-9536-0DD8876A7BA9}" srcOrd="0" destOrd="0" presId="urn:microsoft.com/office/officeart/2009/3/layout/HorizontalOrganizationChart"/>
    <dgm:cxn modelId="{2ECE4164-A6CC-4F51-BA09-C7B994AC4BE6}" type="presOf" srcId="{256E7EED-920A-4C04-BDCA-0F8EE58B5807}" destId="{98509CA9-D241-4536-9835-3250DB348BEA}" srcOrd="1" destOrd="0" presId="urn:microsoft.com/office/officeart/2009/3/layout/HorizontalOrganizationChart"/>
    <dgm:cxn modelId="{7B14E22E-003A-4BCB-9F78-E909FBF9E5B2}" type="presOf" srcId="{258DD7FF-8C23-42D9-8F08-7963626CE94F}" destId="{AF4451F5-C6D1-457D-AF54-65C703027481}" srcOrd="0" destOrd="0" presId="urn:microsoft.com/office/officeart/2009/3/layout/HorizontalOrganizationChart"/>
    <dgm:cxn modelId="{484A0BF7-3E7D-4EBA-944E-D5C13A995E21}" type="presOf" srcId="{1E643EB3-92A8-4AC4-94A0-5328F5E60A1E}" destId="{B907A007-1952-4B1F-ACCA-37852A5DA8DE}" srcOrd="1" destOrd="0" presId="urn:microsoft.com/office/officeart/2009/3/layout/HorizontalOrganizationChart"/>
    <dgm:cxn modelId="{65731B19-698B-4E78-8A59-29CF7139A2C8}" type="presOf" srcId="{3A132A26-BF80-4EF2-B54B-A4190AE18EA7}" destId="{7FBDCA28-F8C7-48B8-AEED-B82B901B279C}" srcOrd="0" destOrd="0" presId="urn:microsoft.com/office/officeart/2009/3/layout/HorizontalOrganizationChart"/>
    <dgm:cxn modelId="{701A89B7-7A9C-4035-A369-D6709583AF8D}" type="presOf" srcId="{D8F06A46-9025-41F2-8CF2-38D377526884}" destId="{DD874E2B-37EC-4334-9DF5-4BA7B51BB35E}" srcOrd="0" destOrd="0" presId="urn:microsoft.com/office/officeart/2009/3/layout/HorizontalOrganizationChart"/>
    <dgm:cxn modelId="{CD16EC75-9EF5-4EDA-8A30-359F6F3B9BD6}" type="presOf" srcId="{810DAF74-BE99-47E0-91D2-7CEEF6481AD6}" destId="{F0054917-0634-4702-BC1E-0C83E1C3FDC7}" srcOrd="1" destOrd="0" presId="urn:microsoft.com/office/officeart/2009/3/layout/HorizontalOrganizationChart"/>
    <dgm:cxn modelId="{2C3A9600-4913-44E2-A57A-AC1039CE2F4E}" type="presOf" srcId="{50FBCD60-61CC-48AD-AAE5-05A093648A2D}" destId="{22700486-40F3-41AE-BED8-6E276C7E5CEB}" srcOrd="1" destOrd="0" presId="urn:microsoft.com/office/officeart/2009/3/layout/HorizontalOrganizationChart"/>
    <dgm:cxn modelId="{68E2542F-0C45-4AF9-967E-DD23B81757D3}" type="presOf" srcId="{2C22A095-6B5B-48CB-A359-2C3E1FA2363D}" destId="{531961F8-D001-4C0F-9525-163AF761B911}" srcOrd="1" destOrd="0" presId="urn:microsoft.com/office/officeart/2009/3/layout/HorizontalOrganizationChart"/>
    <dgm:cxn modelId="{8F3CE8E7-4BE0-4420-8827-217B66BC61F3}" type="presOf" srcId="{152EBBEF-A78C-4936-97DF-020773B9E597}" destId="{8957CF84-AEEB-40D0-865C-EEE5DAA117E2}" srcOrd="0" destOrd="0" presId="urn:microsoft.com/office/officeart/2009/3/layout/HorizontalOrganizationChart"/>
    <dgm:cxn modelId="{FACB4FEA-A913-45B9-AC44-0A2CE8B35430}" type="presOf" srcId="{7F8E743A-E243-4FFC-AE1C-80484C79E5B4}" destId="{32A99FAA-FAA4-4F95-96A9-E88ECA603EE0}" srcOrd="1" destOrd="0" presId="urn:microsoft.com/office/officeart/2009/3/layout/HorizontalOrganizationChart"/>
    <dgm:cxn modelId="{9B9C8274-3C9F-45E9-BB4F-8A73E33D6796}" type="presOf" srcId="{95AFED5A-E7DF-4725-B420-7E3E900D410D}" destId="{4017C457-0F1C-4B60-8168-215522604107}" srcOrd="1" destOrd="0" presId="urn:microsoft.com/office/officeart/2009/3/layout/HorizontalOrganizationChart"/>
    <dgm:cxn modelId="{EA7DE7D1-2131-41C9-B7A8-FE79A7441D7C}" srcId="{810DAF74-BE99-47E0-91D2-7CEEF6481AD6}" destId="{FDA609E5-19EF-4D77-92AC-65A390466659}" srcOrd="1" destOrd="0" parTransId="{F8105181-8EFD-49F8-B102-70028B95E852}" sibTransId="{2765F970-D710-4FAB-B560-1C84C3D9D00B}"/>
    <dgm:cxn modelId="{DDBF2E08-712E-4F36-BE4C-D8EB35C5204B}" type="presOf" srcId="{2C22A095-6B5B-48CB-A359-2C3E1FA2363D}" destId="{6C46A6BF-7B8D-40C9-886B-9A9BC98CC7D2}" srcOrd="0" destOrd="0" presId="urn:microsoft.com/office/officeart/2009/3/layout/HorizontalOrganizationChart"/>
    <dgm:cxn modelId="{FBA63816-DEFB-47CD-896B-DFACD457BCFE}" type="presOf" srcId="{F8F39FF3-76B2-4923-BD91-83E67331987C}" destId="{7E1A098F-3230-469D-A3ED-9A604B2573FF}" srcOrd="0" destOrd="0" presId="urn:microsoft.com/office/officeart/2009/3/layout/HorizontalOrganizationChart"/>
    <dgm:cxn modelId="{70993DEA-A62E-468C-9000-ABDB72C825E7}" type="presOf" srcId="{A1ACB03E-D0CA-4422-BFB2-390BA52C573B}" destId="{F6A69AD9-A6CE-4B5F-979D-55FABD1E7B00}" srcOrd="0" destOrd="0" presId="urn:microsoft.com/office/officeart/2009/3/layout/HorizontalOrganizationChart"/>
    <dgm:cxn modelId="{EBDB08BD-7F90-4DE8-B6C8-26DE750B0E7B}" type="presOf" srcId="{653CE39F-2293-495A-9813-546CF73D3BD5}" destId="{881F96ED-EFD8-4BEE-92B8-0165B56FC532}" srcOrd="1" destOrd="0" presId="urn:microsoft.com/office/officeart/2009/3/layout/HorizontalOrganizationChart"/>
    <dgm:cxn modelId="{B8783E14-1744-46D8-9FAC-D742DD9FE300}" srcId="{7F8E743A-E243-4FFC-AE1C-80484C79E5B4}" destId="{810DAF74-BE99-47E0-91D2-7CEEF6481AD6}" srcOrd="1" destOrd="0" parTransId="{152EBBEF-A78C-4936-97DF-020773B9E597}" sibTransId="{1BC080CC-660E-47CC-B536-F2926A33264D}"/>
    <dgm:cxn modelId="{AC0565A5-02B4-45C6-A7C8-9C5C0C9603FC}" srcId="{810DAF74-BE99-47E0-91D2-7CEEF6481AD6}" destId="{4D0E785C-CFAC-4440-B2C1-2A079DE4D0FD}" srcOrd="0" destOrd="0" parTransId="{0640C17B-BA38-447F-924E-3610A71A4298}" sibTransId="{69E4B800-FB1F-44E7-8399-015D4C95E293}"/>
    <dgm:cxn modelId="{CAF4721C-64C8-4F0B-89CA-DC9CC60DB5E5}" type="presOf" srcId="{9E91F932-DC26-41A3-BCEE-7A8C8EE4B26E}" destId="{D36C5970-6150-47F3-A781-8E68BA7DCCBA}" srcOrd="0" destOrd="0" presId="urn:microsoft.com/office/officeart/2009/3/layout/HorizontalOrganizationChart"/>
    <dgm:cxn modelId="{B64A3022-DC5A-4F1E-BCE5-C2CEBC613C92}" type="presOf" srcId="{29CCDD31-2400-49E9-818C-B80580585EB0}" destId="{A6598DCF-02E9-4EE6-8418-B79C32DB7D9C}" srcOrd="0" destOrd="0" presId="urn:microsoft.com/office/officeart/2009/3/layout/HorizontalOrganizationChart"/>
    <dgm:cxn modelId="{19299701-61EE-4C3B-B5E2-ED1D890C25EE}" srcId="{29CCDD31-2400-49E9-818C-B80580585EB0}" destId="{95AFED5A-E7DF-4725-B420-7E3E900D410D}" srcOrd="1" destOrd="0" parTransId="{CA1C929B-D049-4E5D-98F3-9ACB33C88AEC}" sibTransId="{D8A6EFEF-2F36-4459-A110-283CC1572529}"/>
    <dgm:cxn modelId="{992322F9-5C05-4451-9416-4C410DAED6BC}" type="presOf" srcId="{4D0E785C-CFAC-4440-B2C1-2A079DE4D0FD}" destId="{052112DE-20E1-44D4-8698-B587195BA669}" srcOrd="0" destOrd="0" presId="urn:microsoft.com/office/officeart/2009/3/layout/HorizontalOrganizationChart"/>
    <dgm:cxn modelId="{16FFBF72-4E00-4E57-9096-0C119EB0C14B}" type="presOf" srcId="{AD2FA02D-0086-4EC9-A520-8E87BA1B85C9}" destId="{04BA50B3-FE94-454F-9398-D5C6B7CFECC1}" srcOrd="0" destOrd="0" presId="urn:microsoft.com/office/officeart/2009/3/layout/HorizontalOrganizationChart"/>
    <dgm:cxn modelId="{FF46FE21-A605-4C01-A21E-E25B5DA42368}" srcId="{50FBCD60-61CC-48AD-AAE5-05A093648A2D}" destId="{9E91F932-DC26-41A3-BCEE-7A8C8EE4B26E}" srcOrd="0" destOrd="0" parTransId="{F47EA6A0-A806-4911-A543-5105CFC62AC9}" sibTransId="{B626365B-5276-4EC1-8613-233BFB28A7AF}"/>
    <dgm:cxn modelId="{B584011D-0C56-449C-862C-53EE394618EE}" type="presOf" srcId="{0D4BD665-4E24-46B7-BDAA-7C6AAC50F189}" destId="{EB563BD0-0F4C-49A3-AA67-D9CC45981ABF}" srcOrd="0" destOrd="0" presId="urn:microsoft.com/office/officeart/2009/3/layout/HorizontalOrganizationChart"/>
    <dgm:cxn modelId="{BCB25E95-E66E-47ED-A970-1F5AE35AD6EE}" type="presOf" srcId="{0640C17B-BA38-447F-924E-3610A71A4298}" destId="{97CE72EC-45E8-48ED-A13D-203BEE613DD8}" srcOrd="0" destOrd="0" presId="urn:microsoft.com/office/officeart/2009/3/layout/HorizontalOrganizationChart"/>
    <dgm:cxn modelId="{7EA656CB-DFD3-4EF4-B35F-15F3AEDE46DF}" type="presOf" srcId="{32E1EBE7-B9D4-4CEC-BD02-217147053E65}" destId="{6CED62E6-49F2-4C42-BD82-843A283CC2A2}" srcOrd="0" destOrd="0" presId="urn:microsoft.com/office/officeart/2009/3/layout/HorizontalOrganizationChart"/>
    <dgm:cxn modelId="{59278AEA-3731-4F9C-A62D-A8206EB8428B}" srcId="{29CCDD31-2400-49E9-818C-B80580585EB0}" destId="{3A132A26-BF80-4EF2-B54B-A4190AE18EA7}" srcOrd="0" destOrd="0" parTransId="{337B4813-CA04-4B52-8D61-F77FE99911A9}" sibTransId="{42E19841-F8C4-430A-B4DB-B1FD6C1F0900}"/>
    <dgm:cxn modelId="{A7487A58-3C83-4B59-A369-E34CCC22756F}" type="presOf" srcId="{3A132A26-BF80-4EF2-B54B-A4190AE18EA7}" destId="{6404DA32-898E-428E-9535-305F3AE1AC93}" srcOrd="1" destOrd="0" presId="urn:microsoft.com/office/officeart/2009/3/layout/HorizontalOrganizationChart"/>
    <dgm:cxn modelId="{C55100CF-142C-4FFA-99FF-1FA491ED595B}" srcId="{7F8E743A-E243-4FFC-AE1C-80484C79E5B4}" destId="{256E7EED-920A-4C04-BDCA-0F8EE58B5807}" srcOrd="4" destOrd="0" parTransId="{258DD7FF-8C23-42D9-8F08-7963626CE94F}" sibTransId="{8E6A961C-C9F9-4AF8-AEA4-3E76A96C13E2}"/>
    <dgm:cxn modelId="{C2A65D79-34C3-4C36-AE79-AD431A50F3B0}" type="presOf" srcId="{32E1EBE7-B9D4-4CEC-BD02-217147053E65}" destId="{0D3B7DEB-4D55-4FD8-8256-C06F3B9177B1}" srcOrd="1" destOrd="0" presId="urn:microsoft.com/office/officeart/2009/3/layout/HorizontalOrganizationChart"/>
    <dgm:cxn modelId="{FD78DB79-ED6E-4918-B3A1-043B2BB31CCE}" type="presOf" srcId="{CA1C929B-D049-4E5D-98F3-9ACB33C88AEC}" destId="{7DD81C73-D127-4A1E-895F-FA0F5D32F65B}" srcOrd="0" destOrd="0" presId="urn:microsoft.com/office/officeart/2009/3/layout/HorizontalOrganizationChart"/>
    <dgm:cxn modelId="{904FD0E3-121B-42FD-9D86-9D3BEB1D31FA}" srcId="{A1ACB03E-D0CA-4422-BFB2-390BA52C573B}" destId="{7F8E743A-E243-4FFC-AE1C-80484C79E5B4}" srcOrd="0" destOrd="0" parTransId="{73B606C7-7BD5-4B62-8886-FF1EF7A220FB}" sibTransId="{364DDC20-0220-4F1A-ADAC-0DF56E146BC3}"/>
    <dgm:cxn modelId="{530245CF-54E3-49E3-B4B8-E820876C4AEF}" type="presOf" srcId="{1E643EB3-92A8-4AC4-94A0-5328F5E60A1E}" destId="{7AACD987-AF3C-4602-882F-DE27E8FA43F5}" srcOrd="0" destOrd="0" presId="urn:microsoft.com/office/officeart/2009/3/layout/HorizontalOrganizationChart"/>
    <dgm:cxn modelId="{535E1929-DDDF-494F-9E79-6BB3087876A2}" type="presOf" srcId="{F8105181-8EFD-49F8-B102-70028B95E852}" destId="{8D209E7B-2A1E-4D6E-8419-EE15EB386BA7}" srcOrd="0" destOrd="0" presId="urn:microsoft.com/office/officeart/2009/3/layout/HorizontalOrganizationChart"/>
    <dgm:cxn modelId="{55493A7A-DA3B-4C5C-B87B-11F310D61338}" srcId="{50FBCD60-61CC-48AD-AAE5-05A093648A2D}" destId="{653CE39F-2293-495A-9813-546CF73D3BD5}" srcOrd="1" destOrd="0" parTransId="{02EF71C6-EDC3-4091-929F-985D26F45CEF}" sibTransId="{573E1AFA-3DFD-4C38-B094-E29BC8378C53}"/>
    <dgm:cxn modelId="{12C07411-B9E2-458E-99D3-6A3CDFEA81B3}" type="presOf" srcId="{0C8723DB-961C-428F-AE32-B24207B63A6D}" destId="{DA6E83DC-A6CD-446A-AC09-B71D9A21E080}" srcOrd="0" destOrd="0" presId="urn:microsoft.com/office/officeart/2009/3/layout/HorizontalOrganizationChart"/>
    <dgm:cxn modelId="{C2DC630A-C0BC-47D7-97D3-FA0477E9DF72}" type="presOf" srcId="{E0312B8B-317F-4125-B58D-BEA33B4000B1}" destId="{36FFD97C-8674-49B8-A4BF-DED677CE1DE6}" srcOrd="0" destOrd="0" presId="urn:microsoft.com/office/officeart/2009/3/layout/HorizontalOrganizationChart"/>
    <dgm:cxn modelId="{BB2546EF-F561-4973-8C2C-707E8127D1FC}" type="presOf" srcId="{7F8E743A-E243-4FFC-AE1C-80484C79E5B4}" destId="{7BD8B1BD-4013-4654-AFF4-5892E0DE3590}" srcOrd="0" destOrd="0" presId="urn:microsoft.com/office/officeart/2009/3/layout/HorizontalOrganizationChart"/>
    <dgm:cxn modelId="{09B76594-EF56-4AF5-9A84-7C2282732B3D}" srcId="{4CD2675A-A10B-4F4A-9772-FCA911351B43}" destId="{32E1EBE7-B9D4-4CEC-BD02-217147053E65}" srcOrd="0" destOrd="0" parTransId="{D8F06A46-9025-41F2-8CF2-38D377526884}" sibTransId="{CEFC226E-C7E9-4BC9-9E36-D6A972F2EDA8}"/>
    <dgm:cxn modelId="{D5077F2B-B1F4-45C2-B1DA-5200940927C6}" type="presOf" srcId="{FDA609E5-19EF-4D77-92AC-65A390466659}" destId="{D3825F7D-BBD3-4A60-9FDB-5187FCC432FE}" srcOrd="0" destOrd="0" presId="urn:microsoft.com/office/officeart/2009/3/layout/HorizontalOrganizationChart"/>
    <dgm:cxn modelId="{D2348429-E400-40E6-92DD-E96FCFE21422}" type="presOf" srcId="{5E26FE24-45A5-48FA-8293-2A4ADE4C9269}" destId="{790785B4-38A8-40B7-B502-69C2DAF59B0D}" srcOrd="1" destOrd="0" presId="urn:microsoft.com/office/officeart/2009/3/layout/HorizontalOrganizationChart"/>
    <dgm:cxn modelId="{7DE59ED3-30AC-4BC4-BB69-0C33A65F1F1D}" type="presOf" srcId="{9E91F932-DC26-41A3-BCEE-7A8C8EE4B26E}" destId="{F891A247-3160-4D78-99C6-171CCC3A6FC1}" srcOrd="1" destOrd="0" presId="urn:microsoft.com/office/officeart/2009/3/layout/HorizontalOrganizationChart"/>
    <dgm:cxn modelId="{E8360089-7434-471C-B104-19172E2F322F}" type="presOf" srcId="{50FBCD60-61CC-48AD-AAE5-05A093648A2D}" destId="{12D45E9F-4DF1-4942-AD5D-D8F7AC381E05}" srcOrd="0" destOrd="0" presId="urn:microsoft.com/office/officeart/2009/3/layout/HorizontalOrganizationChart"/>
    <dgm:cxn modelId="{1AF591BE-7238-49C8-B2DF-3D312DE243B5}" type="presOf" srcId="{4D0E785C-CFAC-4440-B2C1-2A079DE4D0FD}" destId="{D80F7677-BFC0-47D5-8E7F-8BA23455D86F}" srcOrd="1" destOrd="0" presId="urn:microsoft.com/office/officeart/2009/3/layout/HorizontalOrganizationChart"/>
    <dgm:cxn modelId="{97433E4C-D1AF-41C7-B237-D2BBC6994568}" type="presOf" srcId="{FDA609E5-19EF-4D77-92AC-65A390466659}" destId="{ECB60EC7-F33B-4146-90F2-9F95EC44DEA7}" srcOrd="1" destOrd="0" presId="urn:microsoft.com/office/officeart/2009/3/layout/HorizontalOrganizationChart"/>
    <dgm:cxn modelId="{10C026F0-A197-4157-A403-BFFD453D8240}" srcId="{256E7EED-920A-4C04-BDCA-0F8EE58B5807}" destId="{2C22A095-6B5B-48CB-A359-2C3E1FA2363D}" srcOrd="1" destOrd="0" parTransId="{0C8723DB-961C-428F-AE32-B24207B63A6D}" sibTransId="{1E8CD71F-9F82-4AEC-A951-C0CE4D5BF962}"/>
    <dgm:cxn modelId="{2B25877A-9939-4159-B022-ED97B7D32BB2}" type="presOf" srcId="{337B4813-CA04-4B52-8D61-F77FE99911A9}" destId="{7F8B3A4A-23F0-4250-B93C-7C10B9E28505}" srcOrd="0" destOrd="0" presId="urn:microsoft.com/office/officeart/2009/3/layout/HorizontalOrganizationChart"/>
    <dgm:cxn modelId="{B3115F5E-0656-4CDE-A795-490EF8C0C08C}" type="presOf" srcId="{29CCDD31-2400-49E9-818C-B80580585EB0}" destId="{86B38BCC-70F5-4852-8C83-BBB0D436171B}" srcOrd="1" destOrd="0" presId="urn:microsoft.com/office/officeart/2009/3/layout/HorizontalOrganizationChart"/>
    <dgm:cxn modelId="{DA4BFB22-E74E-4675-8E25-36A144A1E97D}" srcId="{7F8E743A-E243-4FFC-AE1C-80484C79E5B4}" destId="{4CD2675A-A10B-4F4A-9772-FCA911351B43}" srcOrd="3" destOrd="0" parTransId="{0D4BD665-4E24-46B7-BDAA-7C6AAC50F189}" sibTransId="{92272FF5-DAA3-42A8-9F7D-0BAD8C696510}"/>
    <dgm:cxn modelId="{7E08E671-53D3-4BDD-B5B3-B903A81747FB}" srcId="{7F8E743A-E243-4FFC-AE1C-80484C79E5B4}" destId="{29CCDD31-2400-49E9-818C-B80580585EB0}" srcOrd="0" destOrd="0" parTransId="{AD2FA02D-0086-4EC9-A520-8E87BA1B85C9}" sibTransId="{9265DB5F-D1E9-46BE-BA08-2B158978C2F1}"/>
    <dgm:cxn modelId="{D5BCA4E7-B548-4231-8B61-0225B36B2077}" type="presOf" srcId="{810DAF74-BE99-47E0-91D2-7CEEF6481AD6}" destId="{D73DD88A-05EE-4ED3-A492-4F69AB5C6CEA}" srcOrd="0" destOrd="0" presId="urn:microsoft.com/office/officeart/2009/3/layout/HorizontalOrganizationChart"/>
    <dgm:cxn modelId="{B063C3A3-2992-4C14-B8CC-0B199370CB07}" type="presOf" srcId="{F47EA6A0-A806-4911-A543-5105CFC62AC9}" destId="{B63F322F-23DC-4507-8607-C07626777D64}" srcOrd="0" destOrd="0" presId="urn:microsoft.com/office/officeart/2009/3/layout/HorizontalOrganizationChart"/>
    <dgm:cxn modelId="{362D6A30-7C7F-4F3D-8563-47DAED239B65}" type="presOf" srcId="{95AFED5A-E7DF-4725-B420-7E3E900D410D}" destId="{2BA1A0DB-CD0E-4007-B207-1A8ED7BA8F3F}" srcOrd="0" destOrd="0" presId="urn:microsoft.com/office/officeart/2009/3/layout/HorizontalOrganizationChart"/>
    <dgm:cxn modelId="{55FE7ECA-CC74-440F-918F-B369B2AD3235}" srcId="{7F8E743A-E243-4FFC-AE1C-80484C79E5B4}" destId="{50FBCD60-61CC-48AD-AAE5-05A093648A2D}" srcOrd="2" destOrd="0" parTransId="{F8F39FF3-76B2-4923-BD91-83E67331987C}" sibTransId="{BF36CD61-85F3-4507-A549-92C6691CF8B8}"/>
    <dgm:cxn modelId="{570AEB0E-7CF5-4DB1-A60E-25EEF12AD730}" type="presOf" srcId="{256E7EED-920A-4C04-BDCA-0F8EE58B5807}" destId="{F056CA5A-A692-49C9-B86A-152B69261055}" srcOrd="0" destOrd="0" presId="urn:microsoft.com/office/officeart/2009/3/layout/HorizontalOrganizationChart"/>
    <dgm:cxn modelId="{10F8648D-D0C1-4502-BD67-B9E4E3218448}" type="presOf" srcId="{21DEB8FF-CDC0-4059-A97E-2CDE956BB494}" destId="{33BC7AB8-FACA-4F3F-8459-99C867F83F34}" srcOrd="0" destOrd="0" presId="urn:microsoft.com/office/officeart/2009/3/layout/HorizontalOrganizationChart"/>
    <dgm:cxn modelId="{A6324A77-1C77-4E2E-A4CE-93A73912667E}" srcId="{256E7EED-920A-4C04-BDCA-0F8EE58B5807}" destId="{5E26FE24-45A5-48FA-8293-2A4ADE4C9269}" srcOrd="0" destOrd="0" parTransId="{21DEB8FF-CDC0-4059-A97E-2CDE956BB494}" sibTransId="{66A7DDF6-46B8-4CAE-B7A3-7E3BB3FF35DA}"/>
    <dgm:cxn modelId="{DCDACE53-3BB3-4BE1-A1D6-B026031B0FE8}" type="presOf" srcId="{4CD2675A-A10B-4F4A-9772-FCA911351B43}" destId="{FF82F51B-2119-40D4-B217-EBAC8B5EA63E}" srcOrd="1" destOrd="0" presId="urn:microsoft.com/office/officeart/2009/3/layout/HorizontalOrganizationChart"/>
    <dgm:cxn modelId="{C6972331-BC11-4304-B2BB-D57150DE1353}" type="presParOf" srcId="{F6A69AD9-A6CE-4B5F-979D-55FABD1E7B00}" destId="{C500CF95-EE2C-4727-8414-DC215FB1B2E7}" srcOrd="0" destOrd="0" presId="urn:microsoft.com/office/officeart/2009/3/layout/HorizontalOrganizationChart"/>
    <dgm:cxn modelId="{ACC9FCB4-C0E4-4DFC-9823-0AE72C54ED41}" type="presParOf" srcId="{C500CF95-EE2C-4727-8414-DC215FB1B2E7}" destId="{A6768733-83F4-4400-B525-36C21FB28812}" srcOrd="0" destOrd="0" presId="urn:microsoft.com/office/officeart/2009/3/layout/HorizontalOrganizationChart"/>
    <dgm:cxn modelId="{5A6CD802-4548-4987-AA87-0A8EBD42DD83}" type="presParOf" srcId="{A6768733-83F4-4400-B525-36C21FB28812}" destId="{7BD8B1BD-4013-4654-AFF4-5892E0DE3590}" srcOrd="0" destOrd="0" presId="urn:microsoft.com/office/officeart/2009/3/layout/HorizontalOrganizationChart"/>
    <dgm:cxn modelId="{A74CA7C6-B09E-49E9-AF8F-76E5121781F1}" type="presParOf" srcId="{A6768733-83F4-4400-B525-36C21FB28812}" destId="{32A99FAA-FAA4-4F95-96A9-E88ECA603EE0}" srcOrd="1" destOrd="0" presId="urn:microsoft.com/office/officeart/2009/3/layout/HorizontalOrganizationChart"/>
    <dgm:cxn modelId="{77B63AFB-9C68-4CD1-A59C-BF70E60CE4B8}" type="presParOf" srcId="{C500CF95-EE2C-4727-8414-DC215FB1B2E7}" destId="{3A4EEBD1-F3DA-4464-981A-991B583CF4D6}" srcOrd="1" destOrd="0" presId="urn:microsoft.com/office/officeart/2009/3/layout/HorizontalOrganizationChart"/>
    <dgm:cxn modelId="{834315D5-2AB8-4697-9388-FECEA7F377CF}" type="presParOf" srcId="{3A4EEBD1-F3DA-4464-981A-991B583CF4D6}" destId="{04BA50B3-FE94-454F-9398-D5C6B7CFECC1}" srcOrd="0" destOrd="0" presId="urn:microsoft.com/office/officeart/2009/3/layout/HorizontalOrganizationChart"/>
    <dgm:cxn modelId="{51FBFBFB-7E1C-4DF5-9C10-60D6A8B3BD75}" type="presParOf" srcId="{3A4EEBD1-F3DA-4464-981A-991B583CF4D6}" destId="{5B06BB6D-1E12-4054-88F7-BC0DA84AF022}" srcOrd="1" destOrd="0" presId="urn:microsoft.com/office/officeart/2009/3/layout/HorizontalOrganizationChart"/>
    <dgm:cxn modelId="{3DE3F727-6591-4458-B17F-9F00534AE584}" type="presParOf" srcId="{5B06BB6D-1E12-4054-88F7-BC0DA84AF022}" destId="{5E627B69-E7B8-43A1-A2A3-5C54A1A46267}" srcOrd="0" destOrd="0" presId="urn:microsoft.com/office/officeart/2009/3/layout/HorizontalOrganizationChart"/>
    <dgm:cxn modelId="{A16CCCF4-FE74-4C11-A5EE-5B212DF2ECD1}" type="presParOf" srcId="{5E627B69-E7B8-43A1-A2A3-5C54A1A46267}" destId="{A6598DCF-02E9-4EE6-8418-B79C32DB7D9C}" srcOrd="0" destOrd="0" presId="urn:microsoft.com/office/officeart/2009/3/layout/HorizontalOrganizationChart"/>
    <dgm:cxn modelId="{A6B5AA08-AA27-4D20-B93E-3617E254A714}" type="presParOf" srcId="{5E627B69-E7B8-43A1-A2A3-5C54A1A46267}" destId="{86B38BCC-70F5-4852-8C83-BBB0D436171B}" srcOrd="1" destOrd="0" presId="urn:microsoft.com/office/officeart/2009/3/layout/HorizontalOrganizationChart"/>
    <dgm:cxn modelId="{CD794BC7-E9CE-4AA4-AEB9-9F10810DCED3}" type="presParOf" srcId="{5B06BB6D-1E12-4054-88F7-BC0DA84AF022}" destId="{71179B27-EF2B-4250-B9A2-9C54ED03391F}" srcOrd="1" destOrd="0" presId="urn:microsoft.com/office/officeart/2009/3/layout/HorizontalOrganizationChart"/>
    <dgm:cxn modelId="{A4C87035-DA01-4C8C-9330-847F1E72041B}" type="presParOf" srcId="{71179B27-EF2B-4250-B9A2-9C54ED03391F}" destId="{7F8B3A4A-23F0-4250-B93C-7C10B9E28505}" srcOrd="0" destOrd="0" presId="urn:microsoft.com/office/officeart/2009/3/layout/HorizontalOrganizationChart"/>
    <dgm:cxn modelId="{B4924F84-191B-4E24-A44F-C2782B4C2EEC}" type="presParOf" srcId="{71179B27-EF2B-4250-B9A2-9C54ED03391F}" destId="{5E39570C-18B5-4B1C-A8D9-5AB4101AC75D}" srcOrd="1" destOrd="0" presId="urn:microsoft.com/office/officeart/2009/3/layout/HorizontalOrganizationChart"/>
    <dgm:cxn modelId="{42F6077F-3A75-4083-AFB0-5CF57BB26C7D}" type="presParOf" srcId="{5E39570C-18B5-4B1C-A8D9-5AB4101AC75D}" destId="{4B7FEB30-0D81-4070-87AF-7ED2E4D03FCF}" srcOrd="0" destOrd="0" presId="urn:microsoft.com/office/officeart/2009/3/layout/HorizontalOrganizationChart"/>
    <dgm:cxn modelId="{CD40C822-B38F-4D88-84BC-108CF19B19CE}" type="presParOf" srcId="{4B7FEB30-0D81-4070-87AF-7ED2E4D03FCF}" destId="{7FBDCA28-F8C7-48B8-AEED-B82B901B279C}" srcOrd="0" destOrd="0" presId="urn:microsoft.com/office/officeart/2009/3/layout/HorizontalOrganizationChart"/>
    <dgm:cxn modelId="{B38C6F40-800E-4BB9-81D2-D08885F603F4}" type="presParOf" srcId="{4B7FEB30-0D81-4070-87AF-7ED2E4D03FCF}" destId="{6404DA32-898E-428E-9535-305F3AE1AC93}" srcOrd="1" destOrd="0" presId="urn:microsoft.com/office/officeart/2009/3/layout/HorizontalOrganizationChart"/>
    <dgm:cxn modelId="{7C23D7B1-681E-4939-9C7D-072B6FCFAE3B}" type="presParOf" srcId="{5E39570C-18B5-4B1C-A8D9-5AB4101AC75D}" destId="{A86A1E9B-36FF-43D8-BE27-C22F0BC9344A}" srcOrd="1" destOrd="0" presId="urn:microsoft.com/office/officeart/2009/3/layout/HorizontalOrganizationChart"/>
    <dgm:cxn modelId="{40EEB930-BF4E-443C-89BF-E520EE75DC98}" type="presParOf" srcId="{5E39570C-18B5-4B1C-A8D9-5AB4101AC75D}" destId="{E2C36DCA-9065-4211-BE4B-FB85D47AB609}" srcOrd="2" destOrd="0" presId="urn:microsoft.com/office/officeart/2009/3/layout/HorizontalOrganizationChart"/>
    <dgm:cxn modelId="{8CEBB732-9AD7-46EF-94AD-BEB6D6B19D67}" type="presParOf" srcId="{71179B27-EF2B-4250-B9A2-9C54ED03391F}" destId="{7DD81C73-D127-4A1E-895F-FA0F5D32F65B}" srcOrd="2" destOrd="0" presId="urn:microsoft.com/office/officeart/2009/3/layout/HorizontalOrganizationChart"/>
    <dgm:cxn modelId="{AAF61D23-949B-4C6E-8C6C-677F12D311FD}" type="presParOf" srcId="{71179B27-EF2B-4250-B9A2-9C54ED03391F}" destId="{4BBF08D1-8950-4302-B8CF-D960781F78C7}" srcOrd="3" destOrd="0" presId="urn:microsoft.com/office/officeart/2009/3/layout/HorizontalOrganizationChart"/>
    <dgm:cxn modelId="{C837930B-5BFE-45CE-9169-DE038407F66B}" type="presParOf" srcId="{4BBF08D1-8950-4302-B8CF-D960781F78C7}" destId="{43ED2D1B-E370-4575-995D-0785B1FA22C1}" srcOrd="0" destOrd="0" presId="urn:microsoft.com/office/officeart/2009/3/layout/HorizontalOrganizationChart"/>
    <dgm:cxn modelId="{642C1FA8-99EF-4E41-9323-B304612E375F}" type="presParOf" srcId="{43ED2D1B-E370-4575-995D-0785B1FA22C1}" destId="{2BA1A0DB-CD0E-4007-B207-1A8ED7BA8F3F}" srcOrd="0" destOrd="0" presId="urn:microsoft.com/office/officeart/2009/3/layout/HorizontalOrganizationChart"/>
    <dgm:cxn modelId="{95A7EB3E-E9B1-44E1-8FA8-4996DEBD18D0}" type="presParOf" srcId="{43ED2D1B-E370-4575-995D-0785B1FA22C1}" destId="{4017C457-0F1C-4B60-8168-215522604107}" srcOrd="1" destOrd="0" presId="urn:microsoft.com/office/officeart/2009/3/layout/HorizontalOrganizationChart"/>
    <dgm:cxn modelId="{49CF4981-2230-419E-96DD-B62169516D0A}" type="presParOf" srcId="{4BBF08D1-8950-4302-B8CF-D960781F78C7}" destId="{2B35101B-744D-4062-B780-F2C0E7AC8918}" srcOrd="1" destOrd="0" presId="urn:microsoft.com/office/officeart/2009/3/layout/HorizontalOrganizationChart"/>
    <dgm:cxn modelId="{1BAF8029-E152-4866-988A-709CD00C6201}" type="presParOf" srcId="{4BBF08D1-8950-4302-B8CF-D960781F78C7}" destId="{BDDEB1ED-8F7A-485B-8128-458621ECFF63}" srcOrd="2" destOrd="0" presId="urn:microsoft.com/office/officeart/2009/3/layout/HorizontalOrganizationChart"/>
    <dgm:cxn modelId="{3F2F99A1-739B-4119-A8A4-6EBDCDC952D7}" type="presParOf" srcId="{5B06BB6D-1E12-4054-88F7-BC0DA84AF022}" destId="{5DB06DE1-F37F-4569-8CAE-70E742ADAAF5}" srcOrd="2" destOrd="0" presId="urn:microsoft.com/office/officeart/2009/3/layout/HorizontalOrganizationChart"/>
    <dgm:cxn modelId="{C8C3035B-8CD0-4B4B-BFD4-B080F3FC5171}" type="presParOf" srcId="{3A4EEBD1-F3DA-4464-981A-991B583CF4D6}" destId="{8957CF84-AEEB-40D0-865C-EEE5DAA117E2}" srcOrd="2" destOrd="0" presId="urn:microsoft.com/office/officeart/2009/3/layout/HorizontalOrganizationChart"/>
    <dgm:cxn modelId="{FF971B8D-9E90-4E0E-9522-71B7237E9CFF}" type="presParOf" srcId="{3A4EEBD1-F3DA-4464-981A-991B583CF4D6}" destId="{46ABE068-6700-4629-97D5-3FFEE848EF46}" srcOrd="3" destOrd="0" presId="urn:microsoft.com/office/officeart/2009/3/layout/HorizontalOrganizationChart"/>
    <dgm:cxn modelId="{A9096EC7-B513-4FDC-9EC0-59837F73401D}" type="presParOf" srcId="{46ABE068-6700-4629-97D5-3FFEE848EF46}" destId="{B064BFD0-CBC9-4246-81F1-2C0DDFF56C20}" srcOrd="0" destOrd="0" presId="urn:microsoft.com/office/officeart/2009/3/layout/HorizontalOrganizationChart"/>
    <dgm:cxn modelId="{8BE95ECA-6FC7-4420-8463-D149B0919F1C}" type="presParOf" srcId="{B064BFD0-CBC9-4246-81F1-2C0DDFF56C20}" destId="{D73DD88A-05EE-4ED3-A492-4F69AB5C6CEA}" srcOrd="0" destOrd="0" presId="urn:microsoft.com/office/officeart/2009/3/layout/HorizontalOrganizationChart"/>
    <dgm:cxn modelId="{6D44F677-B3B6-4F36-AD79-CF04810D4975}" type="presParOf" srcId="{B064BFD0-CBC9-4246-81F1-2C0DDFF56C20}" destId="{F0054917-0634-4702-BC1E-0C83E1C3FDC7}" srcOrd="1" destOrd="0" presId="urn:microsoft.com/office/officeart/2009/3/layout/HorizontalOrganizationChart"/>
    <dgm:cxn modelId="{3E197904-2487-4B40-A2E8-4A9CEB192EA2}" type="presParOf" srcId="{46ABE068-6700-4629-97D5-3FFEE848EF46}" destId="{1E271399-9974-4E21-A1EA-12E93AD576F8}" srcOrd="1" destOrd="0" presId="urn:microsoft.com/office/officeart/2009/3/layout/HorizontalOrganizationChart"/>
    <dgm:cxn modelId="{FCC027F4-2433-4B00-957A-8BF959B38C96}" type="presParOf" srcId="{1E271399-9974-4E21-A1EA-12E93AD576F8}" destId="{97CE72EC-45E8-48ED-A13D-203BEE613DD8}" srcOrd="0" destOrd="0" presId="urn:microsoft.com/office/officeart/2009/3/layout/HorizontalOrganizationChart"/>
    <dgm:cxn modelId="{D9862FA2-1C75-4DC6-92A2-20B62B93BD8D}" type="presParOf" srcId="{1E271399-9974-4E21-A1EA-12E93AD576F8}" destId="{D5DBA13D-253F-4199-B172-3C3B6B204068}" srcOrd="1" destOrd="0" presId="urn:microsoft.com/office/officeart/2009/3/layout/HorizontalOrganizationChart"/>
    <dgm:cxn modelId="{4B65601B-56FB-46CE-940C-3CD00D1975AE}" type="presParOf" srcId="{D5DBA13D-253F-4199-B172-3C3B6B204068}" destId="{82C33E82-4EA8-4E9A-A8E7-E5BD586FEDC8}" srcOrd="0" destOrd="0" presId="urn:microsoft.com/office/officeart/2009/3/layout/HorizontalOrganizationChart"/>
    <dgm:cxn modelId="{90BCD2AF-0C05-4157-A418-7C57C8520C0E}" type="presParOf" srcId="{82C33E82-4EA8-4E9A-A8E7-E5BD586FEDC8}" destId="{052112DE-20E1-44D4-8698-B587195BA669}" srcOrd="0" destOrd="0" presId="urn:microsoft.com/office/officeart/2009/3/layout/HorizontalOrganizationChart"/>
    <dgm:cxn modelId="{9351C661-DE57-4400-A721-46467FCE7AB7}" type="presParOf" srcId="{82C33E82-4EA8-4E9A-A8E7-E5BD586FEDC8}" destId="{D80F7677-BFC0-47D5-8E7F-8BA23455D86F}" srcOrd="1" destOrd="0" presId="urn:microsoft.com/office/officeart/2009/3/layout/HorizontalOrganizationChart"/>
    <dgm:cxn modelId="{88D42123-055D-4EAD-991E-80B1D2DF5566}" type="presParOf" srcId="{D5DBA13D-253F-4199-B172-3C3B6B204068}" destId="{0E437ACC-E5DA-4FA9-B36A-1D83482D4C09}" srcOrd="1" destOrd="0" presId="urn:microsoft.com/office/officeart/2009/3/layout/HorizontalOrganizationChart"/>
    <dgm:cxn modelId="{D9F6E7E3-7F8E-47B9-AD94-7F20942F0539}" type="presParOf" srcId="{D5DBA13D-253F-4199-B172-3C3B6B204068}" destId="{4639EE55-6630-43CC-A29E-420280A54C4C}" srcOrd="2" destOrd="0" presId="urn:microsoft.com/office/officeart/2009/3/layout/HorizontalOrganizationChart"/>
    <dgm:cxn modelId="{2C6D1273-9504-480A-A7E8-E8EAA2F2296E}" type="presParOf" srcId="{1E271399-9974-4E21-A1EA-12E93AD576F8}" destId="{8D209E7B-2A1E-4D6E-8419-EE15EB386BA7}" srcOrd="2" destOrd="0" presId="urn:microsoft.com/office/officeart/2009/3/layout/HorizontalOrganizationChart"/>
    <dgm:cxn modelId="{564C3DDA-FD96-426B-9651-8D8454A3A3A5}" type="presParOf" srcId="{1E271399-9974-4E21-A1EA-12E93AD576F8}" destId="{A2D1B889-AB50-4239-B2B0-7E42F756C7C2}" srcOrd="3" destOrd="0" presId="urn:microsoft.com/office/officeart/2009/3/layout/HorizontalOrganizationChart"/>
    <dgm:cxn modelId="{5E3F097F-DC06-4B1C-8359-39EE2EEC2326}" type="presParOf" srcId="{A2D1B889-AB50-4239-B2B0-7E42F756C7C2}" destId="{30035678-CE74-4B49-9951-35AC1D65F6E1}" srcOrd="0" destOrd="0" presId="urn:microsoft.com/office/officeart/2009/3/layout/HorizontalOrganizationChart"/>
    <dgm:cxn modelId="{337A73EA-EFCF-4751-99A2-312589328E3C}" type="presParOf" srcId="{30035678-CE74-4B49-9951-35AC1D65F6E1}" destId="{D3825F7D-BBD3-4A60-9FDB-5187FCC432FE}" srcOrd="0" destOrd="0" presId="urn:microsoft.com/office/officeart/2009/3/layout/HorizontalOrganizationChart"/>
    <dgm:cxn modelId="{4EB64141-10E8-4F52-9633-985A0EA414C5}" type="presParOf" srcId="{30035678-CE74-4B49-9951-35AC1D65F6E1}" destId="{ECB60EC7-F33B-4146-90F2-9F95EC44DEA7}" srcOrd="1" destOrd="0" presId="urn:microsoft.com/office/officeart/2009/3/layout/HorizontalOrganizationChart"/>
    <dgm:cxn modelId="{EA348171-23F2-424B-BDB2-4AAC2BC7108E}" type="presParOf" srcId="{A2D1B889-AB50-4239-B2B0-7E42F756C7C2}" destId="{60CA63FB-4014-47CA-AE60-3AC79C268CC5}" srcOrd="1" destOrd="0" presId="urn:microsoft.com/office/officeart/2009/3/layout/HorizontalOrganizationChart"/>
    <dgm:cxn modelId="{B2AFCF14-8777-4176-915C-EB33D042E1CB}" type="presParOf" srcId="{A2D1B889-AB50-4239-B2B0-7E42F756C7C2}" destId="{4072AB23-A52F-472E-A389-16174A2CE75A}" srcOrd="2" destOrd="0" presId="urn:microsoft.com/office/officeart/2009/3/layout/HorizontalOrganizationChart"/>
    <dgm:cxn modelId="{B121833A-4380-42E1-8EF2-AA65D8F022E9}" type="presParOf" srcId="{46ABE068-6700-4629-97D5-3FFEE848EF46}" destId="{D7122169-A602-4C13-AE64-081EC2DAE7F3}" srcOrd="2" destOrd="0" presId="urn:microsoft.com/office/officeart/2009/3/layout/HorizontalOrganizationChart"/>
    <dgm:cxn modelId="{B033369C-39BC-432F-80B2-2C79CE5C0955}" type="presParOf" srcId="{3A4EEBD1-F3DA-4464-981A-991B583CF4D6}" destId="{7E1A098F-3230-469D-A3ED-9A604B2573FF}" srcOrd="4" destOrd="0" presId="urn:microsoft.com/office/officeart/2009/3/layout/HorizontalOrganizationChart"/>
    <dgm:cxn modelId="{CE912ED5-7B1A-43E5-AB8B-5597FB3151A5}" type="presParOf" srcId="{3A4EEBD1-F3DA-4464-981A-991B583CF4D6}" destId="{05D47BE7-DB5C-46B8-8152-8F747C18D244}" srcOrd="5" destOrd="0" presId="urn:microsoft.com/office/officeart/2009/3/layout/HorizontalOrganizationChart"/>
    <dgm:cxn modelId="{60DEEEEB-F7E0-4743-84EF-0474BA361248}" type="presParOf" srcId="{05D47BE7-DB5C-46B8-8152-8F747C18D244}" destId="{BEEFECA8-671C-45CA-A557-3EC32478DFE7}" srcOrd="0" destOrd="0" presId="urn:microsoft.com/office/officeart/2009/3/layout/HorizontalOrganizationChart"/>
    <dgm:cxn modelId="{3C8A77E7-16C3-4B0A-BB75-57D519B6936D}" type="presParOf" srcId="{BEEFECA8-671C-45CA-A557-3EC32478DFE7}" destId="{12D45E9F-4DF1-4942-AD5D-D8F7AC381E05}" srcOrd="0" destOrd="0" presId="urn:microsoft.com/office/officeart/2009/3/layout/HorizontalOrganizationChart"/>
    <dgm:cxn modelId="{9EDD5982-F391-4E14-B457-DFCD1958CD9B}" type="presParOf" srcId="{BEEFECA8-671C-45CA-A557-3EC32478DFE7}" destId="{22700486-40F3-41AE-BED8-6E276C7E5CEB}" srcOrd="1" destOrd="0" presId="urn:microsoft.com/office/officeart/2009/3/layout/HorizontalOrganizationChart"/>
    <dgm:cxn modelId="{32F58BF9-0563-42AE-823A-254CE3CCFD3A}" type="presParOf" srcId="{05D47BE7-DB5C-46B8-8152-8F747C18D244}" destId="{639064F5-B8C3-4C23-813C-A78C899D5891}" srcOrd="1" destOrd="0" presId="urn:microsoft.com/office/officeart/2009/3/layout/HorizontalOrganizationChart"/>
    <dgm:cxn modelId="{5F72E34B-2488-4CD2-9232-490106647F60}" type="presParOf" srcId="{639064F5-B8C3-4C23-813C-A78C899D5891}" destId="{B63F322F-23DC-4507-8607-C07626777D64}" srcOrd="0" destOrd="0" presId="urn:microsoft.com/office/officeart/2009/3/layout/HorizontalOrganizationChart"/>
    <dgm:cxn modelId="{4CBBF43E-76BF-4B98-87CC-ADAB93C082CE}" type="presParOf" srcId="{639064F5-B8C3-4C23-813C-A78C899D5891}" destId="{BEBC893B-8F9E-4285-8140-078EF4334C63}" srcOrd="1" destOrd="0" presId="urn:microsoft.com/office/officeart/2009/3/layout/HorizontalOrganizationChart"/>
    <dgm:cxn modelId="{0F01E09B-9FAB-4494-BF55-7E0E34F0132D}" type="presParOf" srcId="{BEBC893B-8F9E-4285-8140-078EF4334C63}" destId="{8A6035ED-0846-4CB3-ACFA-9E6F686BE622}" srcOrd="0" destOrd="0" presId="urn:microsoft.com/office/officeart/2009/3/layout/HorizontalOrganizationChart"/>
    <dgm:cxn modelId="{32DD448B-6D1E-400D-90F1-27E055F06CE9}" type="presParOf" srcId="{8A6035ED-0846-4CB3-ACFA-9E6F686BE622}" destId="{D36C5970-6150-47F3-A781-8E68BA7DCCBA}" srcOrd="0" destOrd="0" presId="urn:microsoft.com/office/officeart/2009/3/layout/HorizontalOrganizationChart"/>
    <dgm:cxn modelId="{3B65AB11-33BF-46C7-8C01-D9B1450B9358}" type="presParOf" srcId="{8A6035ED-0846-4CB3-ACFA-9E6F686BE622}" destId="{F891A247-3160-4D78-99C6-171CCC3A6FC1}" srcOrd="1" destOrd="0" presId="urn:microsoft.com/office/officeart/2009/3/layout/HorizontalOrganizationChart"/>
    <dgm:cxn modelId="{64043FDD-948B-4498-803F-104424729889}" type="presParOf" srcId="{BEBC893B-8F9E-4285-8140-078EF4334C63}" destId="{367B6FDE-5CC5-4582-8A22-07D8DA6E8E03}" srcOrd="1" destOrd="0" presId="urn:microsoft.com/office/officeart/2009/3/layout/HorizontalOrganizationChart"/>
    <dgm:cxn modelId="{710753A1-E899-41F2-A3A7-570E46BC2742}" type="presParOf" srcId="{BEBC893B-8F9E-4285-8140-078EF4334C63}" destId="{3B814F1D-A1E5-4B4C-8781-559BE192F288}" srcOrd="2" destOrd="0" presId="urn:microsoft.com/office/officeart/2009/3/layout/HorizontalOrganizationChart"/>
    <dgm:cxn modelId="{46B07F98-8479-4C4B-BB23-1E64B0C05E32}" type="presParOf" srcId="{639064F5-B8C3-4C23-813C-A78C899D5891}" destId="{240CF063-D59E-4DAB-81DF-BCF628DA2C85}" srcOrd="2" destOrd="0" presId="urn:microsoft.com/office/officeart/2009/3/layout/HorizontalOrganizationChart"/>
    <dgm:cxn modelId="{F5F6011E-0D52-4F59-BFBF-8A344906E455}" type="presParOf" srcId="{639064F5-B8C3-4C23-813C-A78C899D5891}" destId="{0AE0DE06-4E52-42F8-89D0-9BE554F5239D}" srcOrd="3" destOrd="0" presId="urn:microsoft.com/office/officeart/2009/3/layout/HorizontalOrganizationChart"/>
    <dgm:cxn modelId="{262DBD2C-1E4E-4C81-937D-2D1E478ED8C7}" type="presParOf" srcId="{0AE0DE06-4E52-42F8-89D0-9BE554F5239D}" destId="{35678F4D-FA55-4E16-B42E-CF0DCB548C45}" srcOrd="0" destOrd="0" presId="urn:microsoft.com/office/officeart/2009/3/layout/HorizontalOrganizationChart"/>
    <dgm:cxn modelId="{BE7D6CCF-9834-4187-9CEF-95F60F7A28DA}" type="presParOf" srcId="{35678F4D-FA55-4E16-B42E-CF0DCB548C45}" destId="{9DE79A71-AABF-48A1-9536-0DD8876A7BA9}" srcOrd="0" destOrd="0" presId="urn:microsoft.com/office/officeart/2009/3/layout/HorizontalOrganizationChart"/>
    <dgm:cxn modelId="{81AD0417-33A3-431D-AE21-2E48F8A732CB}" type="presParOf" srcId="{35678F4D-FA55-4E16-B42E-CF0DCB548C45}" destId="{881F96ED-EFD8-4BEE-92B8-0165B56FC532}" srcOrd="1" destOrd="0" presId="urn:microsoft.com/office/officeart/2009/3/layout/HorizontalOrganizationChart"/>
    <dgm:cxn modelId="{7DFED7C0-5B98-4226-843D-3746DD96D876}" type="presParOf" srcId="{0AE0DE06-4E52-42F8-89D0-9BE554F5239D}" destId="{868A365B-1388-4508-8042-84E435DF31B5}" srcOrd="1" destOrd="0" presId="urn:microsoft.com/office/officeart/2009/3/layout/HorizontalOrganizationChart"/>
    <dgm:cxn modelId="{CB65DBDE-9BEA-4910-B900-D3AC805AF981}" type="presParOf" srcId="{0AE0DE06-4E52-42F8-89D0-9BE554F5239D}" destId="{823BB9C9-00AC-4759-B2DB-3B7565C18CBF}" srcOrd="2" destOrd="0" presId="urn:microsoft.com/office/officeart/2009/3/layout/HorizontalOrganizationChart"/>
    <dgm:cxn modelId="{F8152348-A9B6-4BA6-9C67-A2AA0D1606B7}" type="presParOf" srcId="{05D47BE7-DB5C-46B8-8152-8F747C18D244}" destId="{4FCC41BC-6380-4A9C-972F-7B9819560041}" srcOrd="2" destOrd="0" presId="urn:microsoft.com/office/officeart/2009/3/layout/HorizontalOrganizationChart"/>
    <dgm:cxn modelId="{FB57932C-1F87-4187-A4B9-D9AC7D16EA54}" type="presParOf" srcId="{3A4EEBD1-F3DA-4464-981A-991B583CF4D6}" destId="{EB563BD0-0F4C-49A3-AA67-D9CC45981ABF}" srcOrd="6" destOrd="0" presId="urn:microsoft.com/office/officeart/2009/3/layout/HorizontalOrganizationChart"/>
    <dgm:cxn modelId="{BEB8C9E5-E8E0-47FF-8537-E87CF4FD1668}" type="presParOf" srcId="{3A4EEBD1-F3DA-4464-981A-991B583CF4D6}" destId="{C2CFB71B-8349-4FE0-8E04-EE8CF162C610}" srcOrd="7" destOrd="0" presId="urn:microsoft.com/office/officeart/2009/3/layout/HorizontalOrganizationChart"/>
    <dgm:cxn modelId="{2D33FD84-A83A-4087-8512-4993124236E5}" type="presParOf" srcId="{C2CFB71B-8349-4FE0-8E04-EE8CF162C610}" destId="{D0674266-EF08-44F6-B4C8-C5938B62C19E}" srcOrd="0" destOrd="0" presId="urn:microsoft.com/office/officeart/2009/3/layout/HorizontalOrganizationChart"/>
    <dgm:cxn modelId="{45117911-134C-421C-BA1F-0B828067DC9C}" type="presParOf" srcId="{D0674266-EF08-44F6-B4C8-C5938B62C19E}" destId="{95D27DD1-E488-4F2D-BE0D-F9F393FFDD6E}" srcOrd="0" destOrd="0" presId="urn:microsoft.com/office/officeart/2009/3/layout/HorizontalOrganizationChart"/>
    <dgm:cxn modelId="{9D059D4D-649A-4922-9920-6441B188D3E8}" type="presParOf" srcId="{D0674266-EF08-44F6-B4C8-C5938B62C19E}" destId="{FF82F51B-2119-40D4-B217-EBAC8B5EA63E}" srcOrd="1" destOrd="0" presId="urn:microsoft.com/office/officeart/2009/3/layout/HorizontalOrganizationChart"/>
    <dgm:cxn modelId="{4B7C4E4E-2423-40CC-8263-CF3320B4EA12}" type="presParOf" srcId="{C2CFB71B-8349-4FE0-8E04-EE8CF162C610}" destId="{20718676-0070-49CB-944F-02AC3D5AAFE3}" srcOrd="1" destOrd="0" presId="urn:microsoft.com/office/officeart/2009/3/layout/HorizontalOrganizationChart"/>
    <dgm:cxn modelId="{800E2D86-0C06-4D9B-B145-B8EEB0CE7C4D}" type="presParOf" srcId="{20718676-0070-49CB-944F-02AC3D5AAFE3}" destId="{DD874E2B-37EC-4334-9DF5-4BA7B51BB35E}" srcOrd="0" destOrd="0" presId="urn:microsoft.com/office/officeart/2009/3/layout/HorizontalOrganizationChart"/>
    <dgm:cxn modelId="{4FBE3B10-4310-4EE1-AB5E-123120304FEA}" type="presParOf" srcId="{20718676-0070-49CB-944F-02AC3D5AAFE3}" destId="{04262631-5594-4CBF-A381-E970DA5C4C7C}" srcOrd="1" destOrd="0" presId="urn:microsoft.com/office/officeart/2009/3/layout/HorizontalOrganizationChart"/>
    <dgm:cxn modelId="{4DA70FEA-E94C-42FA-A873-EFDEE5854B81}" type="presParOf" srcId="{04262631-5594-4CBF-A381-E970DA5C4C7C}" destId="{E7D12413-979D-417C-A851-C0EB337AB2A1}" srcOrd="0" destOrd="0" presId="urn:microsoft.com/office/officeart/2009/3/layout/HorizontalOrganizationChart"/>
    <dgm:cxn modelId="{8AE2313F-86E7-4555-88BB-BF7E23A35728}" type="presParOf" srcId="{E7D12413-979D-417C-A851-C0EB337AB2A1}" destId="{6CED62E6-49F2-4C42-BD82-843A283CC2A2}" srcOrd="0" destOrd="0" presId="urn:microsoft.com/office/officeart/2009/3/layout/HorizontalOrganizationChart"/>
    <dgm:cxn modelId="{CC741049-89BB-4599-8704-BC6D23439EAD}" type="presParOf" srcId="{E7D12413-979D-417C-A851-C0EB337AB2A1}" destId="{0D3B7DEB-4D55-4FD8-8256-C06F3B9177B1}" srcOrd="1" destOrd="0" presId="urn:microsoft.com/office/officeart/2009/3/layout/HorizontalOrganizationChart"/>
    <dgm:cxn modelId="{93A8CE59-996A-4404-AA9E-422E2141AFE0}" type="presParOf" srcId="{04262631-5594-4CBF-A381-E970DA5C4C7C}" destId="{09692246-6C29-4766-B768-9BD6D4D50EE0}" srcOrd="1" destOrd="0" presId="urn:microsoft.com/office/officeart/2009/3/layout/HorizontalOrganizationChart"/>
    <dgm:cxn modelId="{C75BAFFE-B797-4144-AAB3-456935A98335}" type="presParOf" srcId="{04262631-5594-4CBF-A381-E970DA5C4C7C}" destId="{59291EC8-563F-486F-953F-6469DC266F76}" srcOrd="2" destOrd="0" presId="urn:microsoft.com/office/officeart/2009/3/layout/HorizontalOrganizationChart"/>
    <dgm:cxn modelId="{5195BBD3-A0CA-4D62-A5C5-515C5EB475F0}" type="presParOf" srcId="{20718676-0070-49CB-944F-02AC3D5AAFE3}" destId="{36FFD97C-8674-49B8-A4BF-DED677CE1DE6}" srcOrd="2" destOrd="0" presId="urn:microsoft.com/office/officeart/2009/3/layout/HorizontalOrganizationChart"/>
    <dgm:cxn modelId="{40763207-8BF9-431F-BFC1-B9B809CC3503}" type="presParOf" srcId="{20718676-0070-49CB-944F-02AC3D5AAFE3}" destId="{81F8A668-CD0F-4E0F-AE24-81ED11E4DDE1}" srcOrd="3" destOrd="0" presId="urn:microsoft.com/office/officeart/2009/3/layout/HorizontalOrganizationChart"/>
    <dgm:cxn modelId="{F9824A19-7BAB-4C53-9CEB-6C644FAB07E6}" type="presParOf" srcId="{81F8A668-CD0F-4E0F-AE24-81ED11E4DDE1}" destId="{5E77982C-EB38-4256-98D9-F626643E1CE0}" srcOrd="0" destOrd="0" presId="urn:microsoft.com/office/officeart/2009/3/layout/HorizontalOrganizationChart"/>
    <dgm:cxn modelId="{65B9FD71-D06E-4F50-9202-0C3474C74DC8}" type="presParOf" srcId="{5E77982C-EB38-4256-98D9-F626643E1CE0}" destId="{7AACD987-AF3C-4602-882F-DE27E8FA43F5}" srcOrd="0" destOrd="0" presId="urn:microsoft.com/office/officeart/2009/3/layout/HorizontalOrganizationChart"/>
    <dgm:cxn modelId="{E5514814-9AE7-4841-BC01-90968066587D}" type="presParOf" srcId="{5E77982C-EB38-4256-98D9-F626643E1CE0}" destId="{B907A007-1952-4B1F-ACCA-37852A5DA8DE}" srcOrd="1" destOrd="0" presId="urn:microsoft.com/office/officeart/2009/3/layout/HorizontalOrganizationChart"/>
    <dgm:cxn modelId="{B66EE797-B9E4-4B37-BF69-CB1AFD0B0253}" type="presParOf" srcId="{81F8A668-CD0F-4E0F-AE24-81ED11E4DDE1}" destId="{9B1047FF-5259-4AAE-95A4-F6313581EF91}" srcOrd="1" destOrd="0" presId="urn:microsoft.com/office/officeart/2009/3/layout/HorizontalOrganizationChart"/>
    <dgm:cxn modelId="{F21FF660-33C8-4DFE-BC3D-075C9BAB94DB}" type="presParOf" srcId="{81F8A668-CD0F-4E0F-AE24-81ED11E4DDE1}" destId="{05B2891C-50E5-4882-BC9E-77326CFD1FD3}" srcOrd="2" destOrd="0" presId="urn:microsoft.com/office/officeart/2009/3/layout/HorizontalOrganizationChart"/>
    <dgm:cxn modelId="{C54A2E45-8500-4F94-8AC1-7DC971402311}" type="presParOf" srcId="{C2CFB71B-8349-4FE0-8E04-EE8CF162C610}" destId="{ACA2BB3C-F4C3-49F1-81DB-DB73A13DBA2A}" srcOrd="2" destOrd="0" presId="urn:microsoft.com/office/officeart/2009/3/layout/HorizontalOrganizationChart"/>
    <dgm:cxn modelId="{8557C42C-9FD2-4890-AF66-F360ACD44AFD}" type="presParOf" srcId="{3A4EEBD1-F3DA-4464-981A-991B583CF4D6}" destId="{AF4451F5-C6D1-457D-AF54-65C703027481}" srcOrd="8" destOrd="0" presId="urn:microsoft.com/office/officeart/2009/3/layout/HorizontalOrganizationChart"/>
    <dgm:cxn modelId="{CEAA9DE1-2D22-4ADA-B422-CDA870901441}" type="presParOf" srcId="{3A4EEBD1-F3DA-4464-981A-991B583CF4D6}" destId="{787CA60B-595C-4679-9F2B-67356B6896C1}" srcOrd="9" destOrd="0" presId="urn:microsoft.com/office/officeart/2009/3/layout/HorizontalOrganizationChart"/>
    <dgm:cxn modelId="{5D8B0F0F-B07E-4DC9-9A56-3F4FE0CEF726}" type="presParOf" srcId="{787CA60B-595C-4679-9F2B-67356B6896C1}" destId="{18E921BA-A6E0-4843-8386-9E720CC481A9}" srcOrd="0" destOrd="0" presId="urn:microsoft.com/office/officeart/2009/3/layout/HorizontalOrganizationChart"/>
    <dgm:cxn modelId="{BAD8FF46-EDB5-47EA-8FBB-200F3DD0E310}" type="presParOf" srcId="{18E921BA-A6E0-4843-8386-9E720CC481A9}" destId="{F056CA5A-A692-49C9-B86A-152B69261055}" srcOrd="0" destOrd="0" presId="urn:microsoft.com/office/officeart/2009/3/layout/HorizontalOrganizationChart"/>
    <dgm:cxn modelId="{F1D641C9-E231-465E-A942-26A50DB465B8}" type="presParOf" srcId="{18E921BA-A6E0-4843-8386-9E720CC481A9}" destId="{98509CA9-D241-4536-9835-3250DB348BEA}" srcOrd="1" destOrd="0" presId="urn:microsoft.com/office/officeart/2009/3/layout/HorizontalOrganizationChart"/>
    <dgm:cxn modelId="{4455E7B6-52D2-4C41-B684-D6E589B47457}" type="presParOf" srcId="{787CA60B-595C-4679-9F2B-67356B6896C1}" destId="{0655101A-97C6-48BB-BAB0-1C47117BACF6}" srcOrd="1" destOrd="0" presId="urn:microsoft.com/office/officeart/2009/3/layout/HorizontalOrganizationChart"/>
    <dgm:cxn modelId="{A02AA422-CB1A-41C8-A30B-D2DF96A4ABA7}" type="presParOf" srcId="{0655101A-97C6-48BB-BAB0-1C47117BACF6}" destId="{33BC7AB8-FACA-4F3F-8459-99C867F83F34}" srcOrd="0" destOrd="0" presId="urn:microsoft.com/office/officeart/2009/3/layout/HorizontalOrganizationChart"/>
    <dgm:cxn modelId="{10D62757-DF54-4C6B-92CB-446E7CCDC098}" type="presParOf" srcId="{0655101A-97C6-48BB-BAB0-1C47117BACF6}" destId="{A7508992-749C-4FFC-9872-0D5734B73516}" srcOrd="1" destOrd="0" presId="urn:microsoft.com/office/officeart/2009/3/layout/HorizontalOrganizationChart"/>
    <dgm:cxn modelId="{07BE1308-CC7C-4C18-BF63-60F06F83C72C}" type="presParOf" srcId="{A7508992-749C-4FFC-9872-0D5734B73516}" destId="{AA780A97-4F58-4D37-84EE-BFD7F4735A0C}" srcOrd="0" destOrd="0" presId="urn:microsoft.com/office/officeart/2009/3/layout/HorizontalOrganizationChart"/>
    <dgm:cxn modelId="{EB12495E-0539-45D2-A7A2-9191CDD25865}" type="presParOf" srcId="{AA780A97-4F58-4D37-84EE-BFD7F4735A0C}" destId="{087068E3-7F8D-4D24-8EDC-4CFFF25D9DF9}" srcOrd="0" destOrd="0" presId="urn:microsoft.com/office/officeart/2009/3/layout/HorizontalOrganizationChart"/>
    <dgm:cxn modelId="{FBF3679F-0932-4552-B34B-3F5194CDCE86}" type="presParOf" srcId="{AA780A97-4F58-4D37-84EE-BFD7F4735A0C}" destId="{790785B4-38A8-40B7-B502-69C2DAF59B0D}" srcOrd="1" destOrd="0" presId="urn:microsoft.com/office/officeart/2009/3/layout/HorizontalOrganizationChart"/>
    <dgm:cxn modelId="{6C020C8F-240D-4762-B18F-67298DCD5D56}" type="presParOf" srcId="{A7508992-749C-4FFC-9872-0D5734B73516}" destId="{111A7859-76B3-4993-B240-163939D5EDEE}" srcOrd="1" destOrd="0" presId="urn:microsoft.com/office/officeart/2009/3/layout/HorizontalOrganizationChart"/>
    <dgm:cxn modelId="{C043BBD5-0D94-43BF-9E5A-78EAAC333EAF}" type="presParOf" srcId="{A7508992-749C-4FFC-9872-0D5734B73516}" destId="{BF78F749-2F26-48E8-B51C-3E2BB495356C}" srcOrd="2" destOrd="0" presId="urn:microsoft.com/office/officeart/2009/3/layout/HorizontalOrganizationChart"/>
    <dgm:cxn modelId="{6440AA5D-E55B-469C-9C87-A53B79BFD651}" type="presParOf" srcId="{0655101A-97C6-48BB-BAB0-1C47117BACF6}" destId="{DA6E83DC-A6CD-446A-AC09-B71D9A21E080}" srcOrd="2" destOrd="0" presId="urn:microsoft.com/office/officeart/2009/3/layout/HorizontalOrganizationChart"/>
    <dgm:cxn modelId="{56B05D44-A304-4A63-9A43-75EA8D3E8B46}" type="presParOf" srcId="{0655101A-97C6-48BB-BAB0-1C47117BACF6}" destId="{38804AE2-C787-42F0-A8DD-40AE041A5E12}" srcOrd="3" destOrd="0" presId="urn:microsoft.com/office/officeart/2009/3/layout/HorizontalOrganizationChart"/>
    <dgm:cxn modelId="{B742CFB2-EE69-4547-8942-5FF2BFCA590F}" type="presParOf" srcId="{38804AE2-C787-42F0-A8DD-40AE041A5E12}" destId="{7C9B4C38-035A-42C2-9693-EA55969284E6}" srcOrd="0" destOrd="0" presId="urn:microsoft.com/office/officeart/2009/3/layout/HorizontalOrganizationChart"/>
    <dgm:cxn modelId="{41075BD1-661A-4617-993B-233EF4D20CCB}" type="presParOf" srcId="{7C9B4C38-035A-42C2-9693-EA55969284E6}" destId="{6C46A6BF-7B8D-40C9-886B-9A9BC98CC7D2}" srcOrd="0" destOrd="0" presId="urn:microsoft.com/office/officeart/2009/3/layout/HorizontalOrganizationChart"/>
    <dgm:cxn modelId="{A68BF96C-1453-47E7-B947-0ACC56240E7D}" type="presParOf" srcId="{7C9B4C38-035A-42C2-9693-EA55969284E6}" destId="{531961F8-D001-4C0F-9525-163AF761B911}" srcOrd="1" destOrd="0" presId="urn:microsoft.com/office/officeart/2009/3/layout/HorizontalOrganizationChart"/>
    <dgm:cxn modelId="{1CAD629D-D5F0-4C34-A311-F172A469323D}" type="presParOf" srcId="{38804AE2-C787-42F0-A8DD-40AE041A5E12}" destId="{F56360D2-5C6A-4F07-999E-EBA506AE0AF0}" srcOrd="1" destOrd="0" presId="urn:microsoft.com/office/officeart/2009/3/layout/HorizontalOrganizationChart"/>
    <dgm:cxn modelId="{4D1D2D56-D03D-49CE-BF7E-85FB3D5DB1D2}" type="presParOf" srcId="{38804AE2-C787-42F0-A8DD-40AE041A5E12}" destId="{A1DDC6AD-A3CE-427A-9F67-0BA5F164DDCD}" srcOrd="2" destOrd="0" presId="urn:microsoft.com/office/officeart/2009/3/layout/HorizontalOrganizationChart"/>
    <dgm:cxn modelId="{5CE171EB-3466-408A-B3DC-60F65426F8EC}" type="presParOf" srcId="{787CA60B-595C-4679-9F2B-67356B6896C1}" destId="{E5D84088-17F3-4927-AC60-192FA40910FC}" srcOrd="2" destOrd="0" presId="urn:microsoft.com/office/officeart/2009/3/layout/HorizontalOrganizationChart"/>
    <dgm:cxn modelId="{3D88085E-C1D2-48FB-B4F1-23A51EFFBE0C}" type="presParOf" srcId="{C500CF95-EE2C-4727-8414-DC215FB1B2E7}" destId="{318BCE47-129D-40AF-A6F3-C7EE10C2FB16}"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8AD2CA-A83A-4FDD-8F3A-1B12F35E0ECB}">
      <dsp:nvSpPr>
        <dsp:cNvPr id="0" name=""/>
        <dsp:cNvSpPr/>
      </dsp:nvSpPr>
      <dsp:spPr>
        <a:xfrm>
          <a:off x="1627390" y="1006032"/>
          <a:ext cx="2506257" cy="2506257"/>
        </a:xfrm>
        <a:prstGeom prst="ellipse">
          <a:avLst/>
        </a:prstGeom>
        <a:solidFill>
          <a:schemeClr val="accent5">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altLang="zh-CN" sz="2000" kern="1200" dirty="0">
              <a:latin typeface="微软雅黑" panose="020B0503020204020204" pitchFamily="34" charset="-122"/>
              <a:ea typeface="微软雅黑" panose="020B0503020204020204" pitchFamily="34" charset="-122"/>
            </a:rPr>
            <a:t>BMS</a:t>
          </a:r>
          <a:endParaRPr lang="zh-CN" altLang="en-US" sz="2000" kern="1200" dirty="0">
            <a:latin typeface="微软雅黑" panose="020B0503020204020204" pitchFamily="34" charset="-122"/>
            <a:ea typeface="微软雅黑" panose="020B0503020204020204" pitchFamily="34" charset="-122"/>
          </a:endParaRPr>
        </a:p>
      </dsp:txBody>
      <dsp:txXfrm>
        <a:off x="1994423" y="1373065"/>
        <a:ext cx="1772191" cy="1772191"/>
      </dsp:txXfrm>
    </dsp:sp>
    <dsp:sp modelId="{17937EFB-17E4-4413-BCC5-EBE02A080E2B}">
      <dsp:nvSpPr>
        <dsp:cNvPr id="0" name=""/>
        <dsp:cNvSpPr/>
      </dsp:nvSpPr>
      <dsp:spPr>
        <a:xfrm>
          <a:off x="2253954" y="447"/>
          <a:ext cx="1253128" cy="1253128"/>
        </a:xfrm>
        <a:prstGeom prst="ellipse">
          <a:avLst/>
        </a:prstGeom>
        <a:solidFill>
          <a:schemeClr val="accent5">
            <a:alpha val="50000"/>
            <a:hueOff val="-1126424"/>
            <a:satOff val="-2903"/>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ts val="0"/>
            </a:spcAft>
          </a:pPr>
          <a:r>
            <a:rPr lang="zh-CN" altLang="en-US" sz="1600" kern="1200" dirty="0">
              <a:latin typeface="微软雅黑" panose="020B0503020204020204" pitchFamily="34" charset="-122"/>
              <a:ea typeface="微软雅黑" panose="020B0503020204020204" pitchFamily="34" charset="-122"/>
            </a:rPr>
            <a:t>电池</a:t>
          </a:r>
          <a:endParaRPr lang="en-US" altLang="zh-CN" sz="1600" kern="1200" dirty="0">
            <a:latin typeface="微软雅黑" panose="020B0503020204020204" pitchFamily="34" charset="-122"/>
            <a:ea typeface="微软雅黑" panose="020B0503020204020204" pitchFamily="34" charset="-122"/>
          </a:endParaRPr>
        </a:p>
        <a:p>
          <a:pPr lvl="0" algn="ctr" defTabSz="711200">
            <a:lnSpc>
              <a:spcPct val="90000"/>
            </a:lnSpc>
            <a:spcBef>
              <a:spcPct val="0"/>
            </a:spcBef>
            <a:spcAft>
              <a:spcPts val="0"/>
            </a:spcAft>
          </a:pPr>
          <a:r>
            <a:rPr lang="zh-CN" altLang="en-US" sz="1600" kern="1200" dirty="0">
              <a:latin typeface="微软雅黑" panose="020B0503020204020204" pitchFamily="34" charset="-122"/>
              <a:ea typeface="微软雅黑" panose="020B0503020204020204" pitchFamily="34" charset="-122"/>
            </a:rPr>
            <a:t>状态检测</a:t>
          </a:r>
          <a:endParaRPr lang="en-US" altLang="zh-CN" sz="1600" kern="1200" dirty="0">
            <a:latin typeface="微软雅黑" panose="020B0503020204020204" pitchFamily="34" charset="-122"/>
            <a:ea typeface="微软雅黑" panose="020B0503020204020204" pitchFamily="34" charset="-122"/>
          </a:endParaRPr>
        </a:p>
      </dsp:txBody>
      <dsp:txXfrm>
        <a:off x="2437470" y="183963"/>
        <a:ext cx="886096" cy="886096"/>
      </dsp:txXfrm>
    </dsp:sp>
    <dsp:sp modelId="{7B767EF2-E34F-4B08-8AA1-E078DCECCD6A}">
      <dsp:nvSpPr>
        <dsp:cNvPr id="0" name=""/>
        <dsp:cNvSpPr/>
      </dsp:nvSpPr>
      <dsp:spPr>
        <a:xfrm>
          <a:off x="3667437" y="816522"/>
          <a:ext cx="1253128" cy="1253128"/>
        </a:xfrm>
        <a:prstGeom prst="ellipse">
          <a:avLst/>
        </a:prstGeom>
        <a:solidFill>
          <a:schemeClr val="accent5">
            <a:alpha val="50000"/>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ts val="0"/>
            </a:spcAft>
          </a:pPr>
          <a:r>
            <a:rPr lang="zh-CN" altLang="en-US" sz="1600" kern="1200" dirty="0">
              <a:latin typeface="微软雅黑" panose="020B0503020204020204" pitchFamily="34" charset="-122"/>
              <a:ea typeface="微软雅黑" panose="020B0503020204020204" pitchFamily="34" charset="-122"/>
            </a:rPr>
            <a:t>电池</a:t>
          </a:r>
          <a:endParaRPr lang="en-US" altLang="zh-CN" sz="1600" kern="1200" dirty="0">
            <a:latin typeface="微软雅黑" panose="020B0503020204020204" pitchFamily="34" charset="-122"/>
            <a:ea typeface="微软雅黑" panose="020B0503020204020204" pitchFamily="34" charset="-122"/>
          </a:endParaRPr>
        </a:p>
        <a:p>
          <a:pPr lvl="0" algn="ctr" defTabSz="711200">
            <a:lnSpc>
              <a:spcPct val="90000"/>
            </a:lnSpc>
            <a:spcBef>
              <a:spcPct val="0"/>
            </a:spcBef>
            <a:spcAft>
              <a:spcPts val="0"/>
            </a:spcAft>
          </a:pPr>
          <a:r>
            <a:rPr lang="zh-CN" altLang="en-US" sz="1600" kern="1200" dirty="0">
              <a:latin typeface="微软雅黑" panose="020B0503020204020204" pitchFamily="34" charset="-122"/>
              <a:ea typeface="微软雅黑" panose="020B0503020204020204" pitchFamily="34" charset="-122"/>
            </a:rPr>
            <a:t>状态分析</a:t>
          </a:r>
          <a:endParaRPr lang="en-US" altLang="zh-CN" sz="1600" kern="1200" dirty="0">
            <a:latin typeface="微软雅黑" panose="020B0503020204020204" pitchFamily="34" charset="-122"/>
            <a:ea typeface="微软雅黑" panose="020B0503020204020204" pitchFamily="34" charset="-122"/>
          </a:endParaRPr>
        </a:p>
      </dsp:txBody>
      <dsp:txXfrm>
        <a:off x="3850953" y="1000038"/>
        <a:ext cx="886096" cy="886096"/>
      </dsp:txXfrm>
    </dsp:sp>
    <dsp:sp modelId="{53443844-4CD9-44F8-9453-429EF1568688}">
      <dsp:nvSpPr>
        <dsp:cNvPr id="0" name=""/>
        <dsp:cNvSpPr/>
      </dsp:nvSpPr>
      <dsp:spPr>
        <a:xfrm>
          <a:off x="3667437" y="2448672"/>
          <a:ext cx="1253128" cy="1253128"/>
        </a:xfrm>
        <a:prstGeom prst="ellipse">
          <a:avLst/>
        </a:prstGeom>
        <a:solidFill>
          <a:schemeClr val="accent5">
            <a:alpha val="50000"/>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ts val="0"/>
            </a:spcAft>
          </a:pPr>
          <a:r>
            <a:rPr lang="zh-CN" altLang="en-US" sz="1600" kern="1200" dirty="0">
              <a:latin typeface="微软雅黑" panose="020B0503020204020204" pitchFamily="34" charset="-122"/>
              <a:ea typeface="微软雅黑" panose="020B0503020204020204" pitchFamily="34" charset="-122"/>
            </a:rPr>
            <a:t>电池</a:t>
          </a:r>
          <a:endParaRPr lang="en-US" altLang="zh-CN" sz="1600" kern="1200" dirty="0">
            <a:latin typeface="微软雅黑" panose="020B0503020204020204" pitchFamily="34" charset="-122"/>
            <a:ea typeface="微软雅黑" panose="020B0503020204020204" pitchFamily="34" charset="-122"/>
          </a:endParaRPr>
        </a:p>
        <a:p>
          <a:pPr lvl="0" algn="ctr" defTabSz="711200">
            <a:lnSpc>
              <a:spcPct val="90000"/>
            </a:lnSpc>
            <a:spcBef>
              <a:spcPct val="0"/>
            </a:spcBef>
            <a:spcAft>
              <a:spcPts val="0"/>
            </a:spcAft>
          </a:pPr>
          <a:r>
            <a:rPr lang="zh-CN" altLang="en-US" sz="1600" kern="1200" dirty="0">
              <a:latin typeface="微软雅黑" panose="020B0503020204020204" pitchFamily="34" charset="-122"/>
              <a:ea typeface="微软雅黑" panose="020B0503020204020204" pitchFamily="34" charset="-122"/>
            </a:rPr>
            <a:t>安全保护</a:t>
          </a:r>
          <a:endParaRPr lang="en-US" altLang="zh-CN" sz="1600" kern="1200" dirty="0">
            <a:latin typeface="微软雅黑" panose="020B0503020204020204" pitchFamily="34" charset="-122"/>
            <a:ea typeface="微软雅黑" panose="020B0503020204020204" pitchFamily="34" charset="-122"/>
          </a:endParaRPr>
        </a:p>
      </dsp:txBody>
      <dsp:txXfrm>
        <a:off x="3850953" y="2632188"/>
        <a:ext cx="886096" cy="886096"/>
      </dsp:txXfrm>
    </dsp:sp>
    <dsp:sp modelId="{B5F0E70A-C958-4FC1-8FF3-7BB73E1A7911}">
      <dsp:nvSpPr>
        <dsp:cNvPr id="0" name=""/>
        <dsp:cNvSpPr/>
      </dsp:nvSpPr>
      <dsp:spPr>
        <a:xfrm>
          <a:off x="2253954" y="3264747"/>
          <a:ext cx="1253128" cy="1253128"/>
        </a:xfrm>
        <a:prstGeom prst="ellipse">
          <a:avLst/>
        </a:prstGeom>
        <a:solidFill>
          <a:schemeClr val="accent5">
            <a:alpha val="50000"/>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ts val="0"/>
            </a:spcAft>
          </a:pPr>
          <a:r>
            <a:rPr lang="zh-CN" altLang="en-US" sz="1600" kern="1200" dirty="0">
              <a:latin typeface="微软雅黑" panose="020B0503020204020204" pitchFamily="34" charset="-122"/>
              <a:ea typeface="微软雅黑" panose="020B0503020204020204" pitchFamily="34" charset="-122"/>
            </a:rPr>
            <a:t>电池</a:t>
          </a:r>
          <a:endParaRPr lang="en-US" altLang="zh-CN" sz="1600" kern="1200" dirty="0">
            <a:latin typeface="微软雅黑" panose="020B0503020204020204" pitchFamily="34" charset="-122"/>
            <a:ea typeface="微软雅黑" panose="020B0503020204020204" pitchFamily="34" charset="-122"/>
          </a:endParaRPr>
        </a:p>
        <a:p>
          <a:pPr lvl="0" algn="ctr" defTabSz="711200">
            <a:lnSpc>
              <a:spcPct val="90000"/>
            </a:lnSpc>
            <a:spcBef>
              <a:spcPct val="0"/>
            </a:spcBef>
            <a:spcAft>
              <a:spcPts val="0"/>
            </a:spcAft>
          </a:pPr>
          <a:r>
            <a:rPr lang="zh-CN" altLang="en-US" sz="1600" kern="1200" dirty="0">
              <a:latin typeface="微软雅黑" panose="020B0503020204020204" pitchFamily="34" charset="-122"/>
              <a:ea typeface="微软雅黑" panose="020B0503020204020204" pitchFamily="34" charset="-122"/>
            </a:rPr>
            <a:t>能量管理</a:t>
          </a:r>
          <a:endParaRPr lang="en-US" altLang="zh-CN" sz="1600" kern="1200" dirty="0">
            <a:latin typeface="微软雅黑" panose="020B0503020204020204" pitchFamily="34" charset="-122"/>
            <a:ea typeface="微软雅黑" panose="020B0503020204020204" pitchFamily="34" charset="-122"/>
          </a:endParaRPr>
        </a:p>
      </dsp:txBody>
      <dsp:txXfrm>
        <a:off x="2437470" y="3448263"/>
        <a:ext cx="886096" cy="886096"/>
      </dsp:txXfrm>
    </dsp:sp>
    <dsp:sp modelId="{8C6C0642-6C81-43C8-9446-366E2CDDC22A}">
      <dsp:nvSpPr>
        <dsp:cNvPr id="0" name=""/>
        <dsp:cNvSpPr/>
      </dsp:nvSpPr>
      <dsp:spPr>
        <a:xfrm>
          <a:off x="840471" y="2448672"/>
          <a:ext cx="1253128" cy="1253128"/>
        </a:xfrm>
        <a:prstGeom prst="ellipse">
          <a:avLst/>
        </a:prstGeom>
        <a:solidFill>
          <a:schemeClr val="accent5">
            <a:alpha val="50000"/>
            <a:hueOff val="-5632119"/>
            <a:satOff val="-14516"/>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ts val="0"/>
            </a:spcAft>
          </a:pPr>
          <a:r>
            <a:rPr lang="zh-CN" altLang="en-US" sz="1600" kern="1200" dirty="0">
              <a:latin typeface="微软雅黑" panose="020B0503020204020204" pitchFamily="34" charset="-122"/>
              <a:ea typeface="微软雅黑" panose="020B0503020204020204" pitchFamily="34" charset="-122"/>
            </a:rPr>
            <a:t>电池</a:t>
          </a:r>
          <a:endParaRPr lang="en-US" altLang="zh-CN" sz="1600" kern="1200" dirty="0">
            <a:latin typeface="微软雅黑" panose="020B0503020204020204" pitchFamily="34" charset="-122"/>
            <a:ea typeface="微软雅黑" panose="020B0503020204020204" pitchFamily="34" charset="-122"/>
          </a:endParaRPr>
        </a:p>
        <a:p>
          <a:pPr lvl="0" algn="ctr" defTabSz="711200">
            <a:lnSpc>
              <a:spcPct val="90000"/>
            </a:lnSpc>
            <a:spcBef>
              <a:spcPct val="0"/>
            </a:spcBef>
            <a:spcAft>
              <a:spcPts val="0"/>
            </a:spcAft>
          </a:pPr>
          <a:r>
            <a:rPr lang="zh-CN" altLang="en-US" sz="1600" kern="1200" dirty="0">
              <a:latin typeface="微软雅黑" panose="020B0503020204020204" pitchFamily="34" charset="-122"/>
              <a:ea typeface="微软雅黑" panose="020B0503020204020204" pitchFamily="34" charset="-122"/>
            </a:rPr>
            <a:t>热管理</a:t>
          </a:r>
          <a:endParaRPr lang="en-US" altLang="zh-CN" sz="1600" kern="1200" dirty="0">
            <a:latin typeface="微软雅黑" panose="020B0503020204020204" pitchFamily="34" charset="-122"/>
            <a:ea typeface="微软雅黑" panose="020B0503020204020204" pitchFamily="34" charset="-122"/>
          </a:endParaRPr>
        </a:p>
      </dsp:txBody>
      <dsp:txXfrm>
        <a:off x="1023987" y="2632188"/>
        <a:ext cx="886096" cy="886096"/>
      </dsp:txXfrm>
    </dsp:sp>
    <dsp:sp modelId="{DC5F82B2-8633-4787-83EE-BE6900664109}">
      <dsp:nvSpPr>
        <dsp:cNvPr id="0" name=""/>
        <dsp:cNvSpPr/>
      </dsp:nvSpPr>
      <dsp:spPr>
        <a:xfrm>
          <a:off x="840471" y="816522"/>
          <a:ext cx="1253128" cy="1253128"/>
        </a:xfrm>
        <a:prstGeom prst="ellipse">
          <a:avLst/>
        </a:prstGeom>
        <a:solidFill>
          <a:schemeClr val="accent5">
            <a:alpha val="50000"/>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ts val="0"/>
            </a:spcAft>
          </a:pPr>
          <a:r>
            <a:rPr lang="zh-CN" altLang="en-US" sz="1600" kern="1200" dirty="0">
              <a:latin typeface="微软雅黑" panose="020B0503020204020204" pitchFamily="34" charset="-122"/>
              <a:ea typeface="微软雅黑" panose="020B0503020204020204" pitchFamily="34" charset="-122"/>
            </a:rPr>
            <a:t>电池</a:t>
          </a:r>
          <a:endParaRPr lang="en-US" altLang="zh-CN" sz="1600" kern="1200" dirty="0">
            <a:latin typeface="微软雅黑" panose="020B0503020204020204" pitchFamily="34" charset="-122"/>
            <a:ea typeface="微软雅黑" panose="020B0503020204020204" pitchFamily="34" charset="-122"/>
          </a:endParaRPr>
        </a:p>
        <a:p>
          <a:pPr lvl="0" algn="ctr" defTabSz="711200">
            <a:lnSpc>
              <a:spcPct val="90000"/>
            </a:lnSpc>
            <a:spcBef>
              <a:spcPct val="0"/>
            </a:spcBef>
            <a:spcAft>
              <a:spcPts val="0"/>
            </a:spcAft>
          </a:pPr>
          <a:r>
            <a:rPr lang="zh-CN" altLang="en-US" sz="1600" kern="1200" dirty="0">
              <a:latin typeface="微软雅黑" panose="020B0503020204020204" pitchFamily="34" charset="-122"/>
              <a:ea typeface="微软雅黑" panose="020B0503020204020204" pitchFamily="34" charset="-122"/>
            </a:rPr>
            <a:t>信息管理</a:t>
          </a:r>
        </a:p>
      </dsp:txBody>
      <dsp:txXfrm>
        <a:off x="1023987" y="1000038"/>
        <a:ext cx="886096" cy="8860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6E83DC-A6CD-446A-AC09-B71D9A21E080}">
      <dsp:nvSpPr>
        <dsp:cNvPr id="0" name=""/>
        <dsp:cNvSpPr/>
      </dsp:nvSpPr>
      <dsp:spPr>
        <a:xfrm>
          <a:off x="3647623" y="4120370"/>
          <a:ext cx="216419" cy="232651"/>
        </a:xfrm>
        <a:custGeom>
          <a:avLst/>
          <a:gdLst/>
          <a:ahLst/>
          <a:cxnLst/>
          <a:rect l="0" t="0" r="0" b="0"/>
          <a:pathLst>
            <a:path>
              <a:moveTo>
                <a:pt x="0" y="0"/>
              </a:moveTo>
              <a:lnTo>
                <a:pt x="108209" y="0"/>
              </a:lnTo>
              <a:lnTo>
                <a:pt x="108209" y="232651"/>
              </a:lnTo>
              <a:lnTo>
                <a:pt x="216419" y="23265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BC7AB8-FACA-4F3F-8459-99C867F83F34}">
      <dsp:nvSpPr>
        <dsp:cNvPr id="0" name=""/>
        <dsp:cNvSpPr/>
      </dsp:nvSpPr>
      <dsp:spPr>
        <a:xfrm>
          <a:off x="3647623" y="3887719"/>
          <a:ext cx="216419" cy="232651"/>
        </a:xfrm>
        <a:custGeom>
          <a:avLst/>
          <a:gdLst/>
          <a:ahLst/>
          <a:cxnLst/>
          <a:rect l="0" t="0" r="0" b="0"/>
          <a:pathLst>
            <a:path>
              <a:moveTo>
                <a:pt x="0" y="232651"/>
              </a:moveTo>
              <a:lnTo>
                <a:pt x="108209" y="232651"/>
              </a:lnTo>
              <a:lnTo>
                <a:pt x="108209" y="0"/>
              </a:lnTo>
              <a:lnTo>
                <a:pt x="216419"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4451F5-C6D1-457D-AF54-65C703027481}">
      <dsp:nvSpPr>
        <dsp:cNvPr id="0" name=""/>
        <dsp:cNvSpPr/>
      </dsp:nvSpPr>
      <dsp:spPr>
        <a:xfrm>
          <a:off x="2349105" y="2259161"/>
          <a:ext cx="216419" cy="1861208"/>
        </a:xfrm>
        <a:custGeom>
          <a:avLst/>
          <a:gdLst/>
          <a:ahLst/>
          <a:cxnLst/>
          <a:rect l="0" t="0" r="0" b="0"/>
          <a:pathLst>
            <a:path>
              <a:moveTo>
                <a:pt x="0" y="0"/>
              </a:moveTo>
              <a:lnTo>
                <a:pt x="108209" y="0"/>
              </a:lnTo>
              <a:lnTo>
                <a:pt x="108209" y="1861208"/>
              </a:lnTo>
              <a:lnTo>
                <a:pt x="216419" y="186120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FFD97C-8674-49B8-A4BF-DED677CE1DE6}">
      <dsp:nvSpPr>
        <dsp:cNvPr id="0" name=""/>
        <dsp:cNvSpPr/>
      </dsp:nvSpPr>
      <dsp:spPr>
        <a:xfrm>
          <a:off x="3647623" y="3189765"/>
          <a:ext cx="216419" cy="232651"/>
        </a:xfrm>
        <a:custGeom>
          <a:avLst/>
          <a:gdLst/>
          <a:ahLst/>
          <a:cxnLst/>
          <a:rect l="0" t="0" r="0" b="0"/>
          <a:pathLst>
            <a:path>
              <a:moveTo>
                <a:pt x="0" y="0"/>
              </a:moveTo>
              <a:lnTo>
                <a:pt x="108209" y="0"/>
              </a:lnTo>
              <a:lnTo>
                <a:pt x="108209" y="232651"/>
              </a:lnTo>
              <a:lnTo>
                <a:pt x="216419" y="23265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D874E2B-37EC-4334-9DF5-4BA7B51BB35E}">
      <dsp:nvSpPr>
        <dsp:cNvPr id="0" name=""/>
        <dsp:cNvSpPr/>
      </dsp:nvSpPr>
      <dsp:spPr>
        <a:xfrm>
          <a:off x="3647623" y="2957114"/>
          <a:ext cx="216419" cy="232651"/>
        </a:xfrm>
        <a:custGeom>
          <a:avLst/>
          <a:gdLst/>
          <a:ahLst/>
          <a:cxnLst/>
          <a:rect l="0" t="0" r="0" b="0"/>
          <a:pathLst>
            <a:path>
              <a:moveTo>
                <a:pt x="0" y="232651"/>
              </a:moveTo>
              <a:lnTo>
                <a:pt x="108209" y="232651"/>
              </a:lnTo>
              <a:lnTo>
                <a:pt x="108209" y="0"/>
              </a:lnTo>
              <a:lnTo>
                <a:pt x="216419"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B563BD0-0F4C-49A3-AA67-D9CC45981ABF}">
      <dsp:nvSpPr>
        <dsp:cNvPr id="0" name=""/>
        <dsp:cNvSpPr/>
      </dsp:nvSpPr>
      <dsp:spPr>
        <a:xfrm>
          <a:off x="2349105" y="2259161"/>
          <a:ext cx="216419" cy="930604"/>
        </a:xfrm>
        <a:custGeom>
          <a:avLst/>
          <a:gdLst/>
          <a:ahLst/>
          <a:cxnLst/>
          <a:rect l="0" t="0" r="0" b="0"/>
          <a:pathLst>
            <a:path>
              <a:moveTo>
                <a:pt x="0" y="0"/>
              </a:moveTo>
              <a:lnTo>
                <a:pt x="108209" y="0"/>
              </a:lnTo>
              <a:lnTo>
                <a:pt x="108209" y="930604"/>
              </a:lnTo>
              <a:lnTo>
                <a:pt x="216419" y="93060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0CF063-D59E-4DAB-81DF-BCF628DA2C85}">
      <dsp:nvSpPr>
        <dsp:cNvPr id="0" name=""/>
        <dsp:cNvSpPr/>
      </dsp:nvSpPr>
      <dsp:spPr>
        <a:xfrm>
          <a:off x="3647623" y="2259161"/>
          <a:ext cx="216419" cy="232651"/>
        </a:xfrm>
        <a:custGeom>
          <a:avLst/>
          <a:gdLst/>
          <a:ahLst/>
          <a:cxnLst/>
          <a:rect l="0" t="0" r="0" b="0"/>
          <a:pathLst>
            <a:path>
              <a:moveTo>
                <a:pt x="0" y="0"/>
              </a:moveTo>
              <a:lnTo>
                <a:pt x="108209" y="0"/>
              </a:lnTo>
              <a:lnTo>
                <a:pt x="108209" y="232651"/>
              </a:lnTo>
              <a:lnTo>
                <a:pt x="216419" y="23265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3F322F-23DC-4507-8607-C07626777D64}">
      <dsp:nvSpPr>
        <dsp:cNvPr id="0" name=""/>
        <dsp:cNvSpPr/>
      </dsp:nvSpPr>
      <dsp:spPr>
        <a:xfrm>
          <a:off x="3647623" y="2026510"/>
          <a:ext cx="216419" cy="232651"/>
        </a:xfrm>
        <a:custGeom>
          <a:avLst/>
          <a:gdLst/>
          <a:ahLst/>
          <a:cxnLst/>
          <a:rect l="0" t="0" r="0" b="0"/>
          <a:pathLst>
            <a:path>
              <a:moveTo>
                <a:pt x="0" y="232651"/>
              </a:moveTo>
              <a:lnTo>
                <a:pt x="108209" y="232651"/>
              </a:lnTo>
              <a:lnTo>
                <a:pt x="108209" y="0"/>
              </a:lnTo>
              <a:lnTo>
                <a:pt x="216419"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1A098F-3230-469D-A3ED-9A604B2573FF}">
      <dsp:nvSpPr>
        <dsp:cNvPr id="0" name=""/>
        <dsp:cNvSpPr/>
      </dsp:nvSpPr>
      <dsp:spPr>
        <a:xfrm>
          <a:off x="2349105" y="2213441"/>
          <a:ext cx="216419" cy="91440"/>
        </a:xfrm>
        <a:custGeom>
          <a:avLst/>
          <a:gdLst/>
          <a:ahLst/>
          <a:cxnLst/>
          <a:rect l="0" t="0" r="0" b="0"/>
          <a:pathLst>
            <a:path>
              <a:moveTo>
                <a:pt x="0" y="45720"/>
              </a:moveTo>
              <a:lnTo>
                <a:pt x="216419"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D209E7B-2A1E-4D6E-8419-EE15EB386BA7}">
      <dsp:nvSpPr>
        <dsp:cNvPr id="0" name=""/>
        <dsp:cNvSpPr/>
      </dsp:nvSpPr>
      <dsp:spPr>
        <a:xfrm>
          <a:off x="3647623" y="1328557"/>
          <a:ext cx="216419" cy="232651"/>
        </a:xfrm>
        <a:custGeom>
          <a:avLst/>
          <a:gdLst/>
          <a:ahLst/>
          <a:cxnLst/>
          <a:rect l="0" t="0" r="0" b="0"/>
          <a:pathLst>
            <a:path>
              <a:moveTo>
                <a:pt x="0" y="0"/>
              </a:moveTo>
              <a:lnTo>
                <a:pt x="108209" y="0"/>
              </a:lnTo>
              <a:lnTo>
                <a:pt x="108209" y="232651"/>
              </a:lnTo>
              <a:lnTo>
                <a:pt x="216419" y="23265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CE72EC-45E8-48ED-A13D-203BEE613DD8}">
      <dsp:nvSpPr>
        <dsp:cNvPr id="0" name=""/>
        <dsp:cNvSpPr/>
      </dsp:nvSpPr>
      <dsp:spPr>
        <a:xfrm>
          <a:off x="3647623" y="1095905"/>
          <a:ext cx="216419" cy="232651"/>
        </a:xfrm>
        <a:custGeom>
          <a:avLst/>
          <a:gdLst/>
          <a:ahLst/>
          <a:cxnLst/>
          <a:rect l="0" t="0" r="0" b="0"/>
          <a:pathLst>
            <a:path>
              <a:moveTo>
                <a:pt x="0" y="232651"/>
              </a:moveTo>
              <a:lnTo>
                <a:pt x="108209" y="232651"/>
              </a:lnTo>
              <a:lnTo>
                <a:pt x="108209" y="0"/>
              </a:lnTo>
              <a:lnTo>
                <a:pt x="216419"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957CF84-AEEB-40D0-865C-EEE5DAA117E2}">
      <dsp:nvSpPr>
        <dsp:cNvPr id="0" name=""/>
        <dsp:cNvSpPr/>
      </dsp:nvSpPr>
      <dsp:spPr>
        <a:xfrm>
          <a:off x="2349105" y="1328557"/>
          <a:ext cx="216419" cy="930604"/>
        </a:xfrm>
        <a:custGeom>
          <a:avLst/>
          <a:gdLst/>
          <a:ahLst/>
          <a:cxnLst/>
          <a:rect l="0" t="0" r="0" b="0"/>
          <a:pathLst>
            <a:path>
              <a:moveTo>
                <a:pt x="0" y="930604"/>
              </a:moveTo>
              <a:lnTo>
                <a:pt x="108209" y="930604"/>
              </a:lnTo>
              <a:lnTo>
                <a:pt x="108209" y="0"/>
              </a:lnTo>
              <a:lnTo>
                <a:pt x="21641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D81C73-D127-4A1E-895F-FA0F5D32F65B}">
      <dsp:nvSpPr>
        <dsp:cNvPr id="0" name=""/>
        <dsp:cNvSpPr/>
      </dsp:nvSpPr>
      <dsp:spPr>
        <a:xfrm>
          <a:off x="3647623" y="397952"/>
          <a:ext cx="216419" cy="232651"/>
        </a:xfrm>
        <a:custGeom>
          <a:avLst/>
          <a:gdLst/>
          <a:ahLst/>
          <a:cxnLst/>
          <a:rect l="0" t="0" r="0" b="0"/>
          <a:pathLst>
            <a:path>
              <a:moveTo>
                <a:pt x="0" y="0"/>
              </a:moveTo>
              <a:lnTo>
                <a:pt x="108209" y="0"/>
              </a:lnTo>
              <a:lnTo>
                <a:pt x="108209" y="232651"/>
              </a:lnTo>
              <a:lnTo>
                <a:pt x="216419" y="23265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8B3A4A-23F0-4250-B93C-7C10B9E28505}">
      <dsp:nvSpPr>
        <dsp:cNvPr id="0" name=""/>
        <dsp:cNvSpPr/>
      </dsp:nvSpPr>
      <dsp:spPr>
        <a:xfrm>
          <a:off x="3647623" y="165301"/>
          <a:ext cx="216419" cy="232651"/>
        </a:xfrm>
        <a:custGeom>
          <a:avLst/>
          <a:gdLst/>
          <a:ahLst/>
          <a:cxnLst/>
          <a:rect l="0" t="0" r="0" b="0"/>
          <a:pathLst>
            <a:path>
              <a:moveTo>
                <a:pt x="0" y="232651"/>
              </a:moveTo>
              <a:lnTo>
                <a:pt x="108209" y="232651"/>
              </a:lnTo>
              <a:lnTo>
                <a:pt x="108209" y="0"/>
              </a:lnTo>
              <a:lnTo>
                <a:pt x="216419"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BA50B3-FE94-454F-9398-D5C6B7CFECC1}">
      <dsp:nvSpPr>
        <dsp:cNvPr id="0" name=""/>
        <dsp:cNvSpPr/>
      </dsp:nvSpPr>
      <dsp:spPr>
        <a:xfrm>
          <a:off x="2349105" y="397952"/>
          <a:ext cx="216419" cy="1861208"/>
        </a:xfrm>
        <a:custGeom>
          <a:avLst/>
          <a:gdLst/>
          <a:ahLst/>
          <a:cxnLst/>
          <a:rect l="0" t="0" r="0" b="0"/>
          <a:pathLst>
            <a:path>
              <a:moveTo>
                <a:pt x="0" y="1861208"/>
              </a:moveTo>
              <a:lnTo>
                <a:pt x="108209" y="1861208"/>
              </a:lnTo>
              <a:lnTo>
                <a:pt x="108209" y="0"/>
              </a:lnTo>
              <a:lnTo>
                <a:pt x="21641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D8B1BD-4013-4654-AFF4-5892E0DE3590}">
      <dsp:nvSpPr>
        <dsp:cNvPr id="0" name=""/>
        <dsp:cNvSpPr/>
      </dsp:nvSpPr>
      <dsp:spPr>
        <a:xfrm>
          <a:off x="973423" y="2094141"/>
          <a:ext cx="1375682" cy="330039"/>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altLang="en-US" sz="1800" kern="1200" dirty="0">
              <a:latin typeface="微软雅黑" panose="020B0503020204020204" pitchFamily="34" charset="-122"/>
              <a:ea typeface="微软雅黑" panose="020B0503020204020204" pitchFamily="34" charset="-122"/>
            </a:rPr>
            <a:t>安全类故障</a:t>
          </a:r>
        </a:p>
      </dsp:txBody>
      <dsp:txXfrm>
        <a:off x="973423" y="2094141"/>
        <a:ext cx="1375682" cy="330039"/>
      </dsp:txXfrm>
    </dsp:sp>
    <dsp:sp modelId="{A6598DCF-02E9-4EE6-8418-B79C32DB7D9C}">
      <dsp:nvSpPr>
        <dsp:cNvPr id="0" name=""/>
        <dsp:cNvSpPr/>
      </dsp:nvSpPr>
      <dsp:spPr>
        <a:xfrm>
          <a:off x="2565525" y="232932"/>
          <a:ext cx="1082098" cy="33003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电压类</a:t>
          </a:r>
        </a:p>
      </dsp:txBody>
      <dsp:txXfrm>
        <a:off x="2565525" y="232932"/>
        <a:ext cx="1082098" cy="330039"/>
      </dsp:txXfrm>
    </dsp:sp>
    <dsp:sp modelId="{7FBDCA28-F8C7-48B8-AEED-B82B901B279C}">
      <dsp:nvSpPr>
        <dsp:cNvPr id="0" name=""/>
        <dsp:cNvSpPr/>
      </dsp:nvSpPr>
      <dsp:spPr>
        <a:xfrm>
          <a:off x="3864043" y="281"/>
          <a:ext cx="1082098" cy="3300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a:solidFill>
                <a:schemeClr val="tx1"/>
              </a:solidFill>
              <a:latin typeface="微软雅黑" panose="020B0503020204020204" pitchFamily="34" charset="-122"/>
              <a:ea typeface="微软雅黑" panose="020B0503020204020204" pitchFamily="34" charset="-122"/>
            </a:rPr>
            <a:t>过压</a:t>
          </a:r>
        </a:p>
      </dsp:txBody>
      <dsp:txXfrm>
        <a:off x="3864043" y="281"/>
        <a:ext cx="1082098" cy="330039"/>
      </dsp:txXfrm>
    </dsp:sp>
    <dsp:sp modelId="{2BA1A0DB-CD0E-4007-B207-1A8ED7BA8F3F}">
      <dsp:nvSpPr>
        <dsp:cNvPr id="0" name=""/>
        <dsp:cNvSpPr/>
      </dsp:nvSpPr>
      <dsp:spPr>
        <a:xfrm>
          <a:off x="3864043" y="465583"/>
          <a:ext cx="1082098" cy="3300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a:solidFill>
                <a:schemeClr val="tx1"/>
              </a:solidFill>
              <a:latin typeface="微软雅黑" panose="020B0503020204020204" pitchFamily="34" charset="-122"/>
              <a:ea typeface="微软雅黑" panose="020B0503020204020204" pitchFamily="34" charset="-122"/>
            </a:rPr>
            <a:t>欠压</a:t>
          </a:r>
        </a:p>
      </dsp:txBody>
      <dsp:txXfrm>
        <a:off x="3864043" y="465583"/>
        <a:ext cx="1082098" cy="330039"/>
      </dsp:txXfrm>
    </dsp:sp>
    <dsp:sp modelId="{D73DD88A-05EE-4ED3-A492-4F69AB5C6CEA}">
      <dsp:nvSpPr>
        <dsp:cNvPr id="0" name=""/>
        <dsp:cNvSpPr/>
      </dsp:nvSpPr>
      <dsp:spPr>
        <a:xfrm>
          <a:off x="2565525" y="1163537"/>
          <a:ext cx="1082098" cy="33003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电流类</a:t>
          </a:r>
        </a:p>
      </dsp:txBody>
      <dsp:txXfrm>
        <a:off x="2565525" y="1163537"/>
        <a:ext cx="1082098" cy="330039"/>
      </dsp:txXfrm>
    </dsp:sp>
    <dsp:sp modelId="{052112DE-20E1-44D4-8698-B587195BA669}">
      <dsp:nvSpPr>
        <dsp:cNvPr id="0" name=""/>
        <dsp:cNvSpPr/>
      </dsp:nvSpPr>
      <dsp:spPr>
        <a:xfrm>
          <a:off x="3864043" y="930885"/>
          <a:ext cx="1082098" cy="3300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a:solidFill>
                <a:schemeClr val="tx1"/>
              </a:solidFill>
              <a:latin typeface="微软雅黑" panose="020B0503020204020204" pitchFamily="34" charset="-122"/>
              <a:ea typeface="微软雅黑" panose="020B0503020204020204" pitchFamily="34" charset="-122"/>
            </a:rPr>
            <a:t>过流</a:t>
          </a:r>
        </a:p>
      </dsp:txBody>
      <dsp:txXfrm>
        <a:off x="3864043" y="930885"/>
        <a:ext cx="1082098" cy="330039"/>
      </dsp:txXfrm>
    </dsp:sp>
    <dsp:sp modelId="{D3825F7D-BBD3-4A60-9FDB-5187FCC432FE}">
      <dsp:nvSpPr>
        <dsp:cNvPr id="0" name=""/>
        <dsp:cNvSpPr/>
      </dsp:nvSpPr>
      <dsp:spPr>
        <a:xfrm>
          <a:off x="3864043" y="1396188"/>
          <a:ext cx="1082098" cy="3300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a:solidFill>
                <a:schemeClr val="tx1"/>
              </a:solidFill>
              <a:latin typeface="微软雅黑" panose="020B0503020204020204" pitchFamily="34" charset="-122"/>
              <a:ea typeface="微软雅黑" panose="020B0503020204020204" pitchFamily="34" charset="-122"/>
            </a:rPr>
            <a:t>短路</a:t>
          </a:r>
        </a:p>
      </dsp:txBody>
      <dsp:txXfrm>
        <a:off x="3864043" y="1396188"/>
        <a:ext cx="1082098" cy="330039"/>
      </dsp:txXfrm>
    </dsp:sp>
    <dsp:sp modelId="{12D45E9F-4DF1-4942-AD5D-D8F7AC381E05}">
      <dsp:nvSpPr>
        <dsp:cNvPr id="0" name=""/>
        <dsp:cNvSpPr/>
      </dsp:nvSpPr>
      <dsp:spPr>
        <a:xfrm>
          <a:off x="2565525" y="2094141"/>
          <a:ext cx="1082098" cy="33003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温度类</a:t>
          </a:r>
        </a:p>
      </dsp:txBody>
      <dsp:txXfrm>
        <a:off x="2565525" y="2094141"/>
        <a:ext cx="1082098" cy="330039"/>
      </dsp:txXfrm>
    </dsp:sp>
    <dsp:sp modelId="{D36C5970-6150-47F3-A781-8E68BA7DCCBA}">
      <dsp:nvSpPr>
        <dsp:cNvPr id="0" name=""/>
        <dsp:cNvSpPr/>
      </dsp:nvSpPr>
      <dsp:spPr>
        <a:xfrm>
          <a:off x="3864043" y="1861490"/>
          <a:ext cx="1082098" cy="3300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a:solidFill>
                <a:schemeClr val="tx1"/>
              </a:solidFill>
              <a:latin typeface="微软雅黑" panose="020B0503020204020204" pitchFamily="34" charset="-122"/>
              <a:ea typeface="微软雅黑" panose="020B0503020204020204" pitchFamily="34" charset="-122"/>
            </a:rPr>
            <a:t>温度过高</a:t>
          </a:r>
        </a:p>
      </dsp:txBody>
      <dsp:txXfrm>
        <a:off x="3864043" y="1861490"/>
        <a:ext cx="1082098" cy="330039"/>
      </dsp:txXfrm>
    </dsp:sp>
    <dsp:sp modelId="{9DE79A71-AABF-48A1-9536-0DD8876A7BA9}">
      <dsp:nvSpPr>
        <dsp:cNvPr id="0" name=""/>
        <dsp:cNvSpPr/>
      </dsp:nvSpPr>
      <dsp:spPr>
        <a:xfrm>
          <a:off x="3864043" y="2326792"/>
          <a:ext cx="1082098" cy="3300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a:solidFill>
                <a:schemeClr val="tx1"/>
              </a:solidFill>
              <a:latin typeface="微软雅黑" panose="020B0503020204020204" pitchFamily="34" charset="-122"/>
              <a:ea typeface="微软雅黑" panose="020B0503020204020204" pitchFamily="34" charset="-122"/>
            </a:rPr>
            <a:t>温度过低</a:t>
          </a:r>
        </a:p>
      </dsp:txBody>
      <dsp:txXfrm>
        <a:off x="3864043" y="2326792"/>
        <a:ext cx="1082098" cy="330039"/>
      </dsp:txXfrm>
    </dsp:sp>
    <dsp:sp modelId="{95D27DD1-E488-4F2D-BE0D-F9F393FFDD6E}">
      <dsp:nvSpPr>
        <dsp:cNvPr id="0" name=""/>
        <dsp:cNvSpPr/>
      </dsp:nvSpPr>
      <dsp:spPr>
        <a:xfrm>
          <a:off x="2565525" y="3024745"/>
          <a:ext cx="1082098" cy="33003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控制类</a:t>
          </a:r>
        </a:p>
      </dsp:txBody>
      <dsp:txXfrm>
        <a:off x="2565525" y="3024745"/>
        <a:ext cx="1082098" cy="330039"/>
      </dsp:txXfrm>
    </dsp:sp>
    <dsp:sp modelId="{6CED62E6-49F2-4C42-BD82-843A283CC2A2}">
      <dsp:nvSpPr>
        <dsp:cNvPr id="0" name=""/>
        <dsp:cNvSpPr/>
      </dsp:nvSpPr>
      <dsp:spPr>
        <a:xfrm>
          <a:off x="3864043" y="2792094"/>
          <a:ext cx="1082098" cy="3300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altLang="zh-CN" sz="1200" kern="1200" dirty="0">
              <a:solidFill>
                <a:schemeClr val="tx1"/>
              </a:solidFill>
              <a:latin typeface="微软雅黑" panose="020B0503020204020204" pitchFamily="34" charset="-122"/>
              <a:ea typeface="微软雅黑" panose="020B0503020204020204" pitchFamily="34" charset="-122"/>
            </a:rPr>
            <a:t>BMS</a:t>
          </a:r>
          <a:r>
            <a:rPr lang="zh-CN" altLang="en-US" sz="1200" kern="1200" dirty="0">
              <a:solidFill>
                <a:schemeClr val="tx1"/>
              </a:solidFill>
              <a:latin typeface="微软雅黑" panose="020B0503020204020204" pitchFamily="34" charset="-122"/>
              <a:ea typeface="微软雅黑" panose="020B0503020204020204" pitchFamily="34" charset="-122"/>
            </a:rPr>
            <a:t>失效</a:t>
          </a:r>
        </a:p>
      </dsp:txBody>
      <dsp:txXfrm>
        <a:off x="3864043" y="2792094"/>
        <a:ext cx="1082098" cy="330039"/>
      </dsp:txXfrm>
    </dsp:sp>
    <dsp:sp modelId="{7AACD987-AF3C-4602-882F-DE27E8FA43F5}">
      <dsp:nvSpPr>
        <dsp:cNvPr id="0" name=""/>
        <dsp:cNvSpPr/>
      </dsp:nvSpPr>
      <dsp:spPr>
        <a:xfrm>
          <a:off x="3864043" y="3257397"/>
          <a:ext cx="1082098" cy="3300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a:solidFill>
                <a:schemeClr val="tx1"/>
              </a:solidFill>
              <a:latin typeface="微软雅黑" panose="020B0503020204020204" pitchFamily="34" charset="-122"/>
              <a:ea typeface="微软雅黑" panose="020B0503020204020204" pitchFamily="34" charset="-122"/>
            </a:rPr>
            <a:t>继电器控制失效</a:t>
          </a:r>
        </a:p>
      </dsp:txBody>
      <dsp:txXfrm>
        <a:off x="3864043" y="3257397"/>
        <a:ext cx="1082098" cy="330039"/>
      </dsp:txXfrm>
    </dsp:sp>
    <dsp:sp modelId="{F056CA5A-A692-49C9-B86A-152B69261055}">
      <dsp:nvSpPr>
        <dsp:cNvPr id="0" name=""/>
        <dsp:cNvSpPr/>
      </dsp:nvSpPr>
      <dsp:spPr>
        <a:xfrm>
          <a:off x="2565525" y="3955350"/>
          <a:ext cx="1082098" cy="33003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连接类</a:t>
          </a:r>
        </a:p>
      </dsp:txBody>
      <dsp:txXfrm>
        <a:off x="2565525" y="3955350"/>
        <a:ext cx="1082098" cy="330039"/>
      </dsp:txXfrm>
    </dsp:sp>
    <dsp:sp modelId="{087068E3-7F8D-4D24-8EDC-4CFFF25D9DF9}">
      <dsp:nvSpPr>
        <dsp:cNvPr id="0" name=""/>
        <dsp:cNvSpPr/>
      </dsp:nvSpPr>
      <dsp:spPr>
        <a:xfrm>
          <a:off x="3864043" y="3722699"/>
          <a:ext cx="1082098" cy="3300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a:solidFill>
                <a:schemeClr val="tx1"/>
              </a:solidFill>
              <a:latin typeface="微软雅黑" panose="020B0503020204020204" pitchFamily="34" charset="-122"/>
              <a:ea typeface="微软雅黑" panose="020B0503020204020204" pitchFamily="34" charset="-122"/>
            </a:rPr>
            <a:t>采样线松动</a:t>
          </a:r>
        </a:p>
      </dsp:txBody>
      <dsp:txXfrm>
        <a:off x="3864043" y="3722699"/>
        <a:ext cx="1082098" cy="330039"/>
      </dsp:txXfrm>
    </dsp:sp>
    <dsp:sp modelId="{6C46A6BF-7B8D-40C9-886B-9A9BC98CC7D2}">
      <dsp:nvSpPr>
        <dsp:cNvPr id="0" name=""/>
        <dsp:cNvSpPr/>
      </dsp:nvSpPr>
      <dsp:spPr>
        <a:xfrm>
          <a:off x="3864043" y="4188001"/>
          <a:ext cx="1082098" cy="3300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zh-CN" altLang="en-US" sz="1200" kern="1200" dirty="0">
              <a:solidFill>
                <a:schemeClr val="tx1"/>
              </a:solidFill>
              <a:latin typeface="微软雅黑" panose="020B0503020204020204" pitchFamily="34" charset="-122"/>
              <a:ea typeface="微软雅黑" panose="020B0503020204020204" pitchFamily="34" charset="-122"/>
            </a:rPr>
            <a:t>软连接</a:t>
          </a:r>
        </a:p>
      </dsp:txBody>
      <dsp:txXfrm>
        <a:off x="3864043" y="4188001"/>
        <a:ext cx="1082098" cy="330039"/>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0E3F82-8009-4EBB-A2B7-D7A135CC7BE8}" type="datetimeFigureOut">
              <a:rPr lang="zh-CN" altLang="en-US" smtClean="0"/>
              <a:pPr/>
              <a:t>2020/6/11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B1C941-1755-4CC1-B142-AF4CCA43EB99}" type="slidenum">
              <a:rPr lang="zh-CN" altLang="en-US" smtClean="0"/>
              <a:pPr/>
              <a:t>‹#›</a:t>
            </a:fld>
            <a:endParaRPr lang="zh-CN" altLang="en-US"/>
          </a:p>
        </p:txBody>
      </p:sp>
    </p:spTree>
    <p:extLst>
      <p:ext uri="{BB962C8B-B14F-4D97-AF65-F5344CB8AC3E}">
        <p14:creationId xmlns:p14="http://schemas.microsoft.com/office/powerpoint/2010/main" val="1405821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B1C941-1755-4CC1-B142-AF4CCA43EB99}" type="slidenum">
              <a:rPr lang="zh-CN" altLang="en-US" smtClean="0"/>
              <a:pPr/>
              <a:t>1</a:t>
            </a:fld>
            <a:endParaRPr lang="zh-CN" altLang="en-US"/>
          </a:p>
        </p:txBody>
      </p:sp>
    </p:spTree>
    <p:extLst>
      <p:ext uri="{BB962C8B-B14F-4D97-AF65-F5344CB8AC3E}">
        <p14:creationId xmlns:p14="http://schemas.microsoft.com/office/powerpoint/2010/main" val="588567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B1C941-1755-4CC1-B142-AF4CCA43EB99}" type="slidenum">
              <a:rPr lang="zh-CN" altLang="en-US" smtClean="0"/>
              <a:pPr/>
              <a:t>2</a:t>
            </a:fld>
            <a:endParaRPr lang="zh-CN" altLang="en-US"/>
          </a:p>
        </p:txBody>
      </p:sp>
    </p:spTree>
    <p:extLst>
      <p:ext uri="{BB962C8B-B14F-4D97-AF65-F5344CB8AC3E}">
        <p14:creationId xmlns:p14="http://schemas.microsoft.com/office/powerpoint/2010/main" val="2043039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3</a:t>
            </a:fld>
            <a:endParaRPr lang="zh-CN" altLang="en-US"/>
          </a:p>
        </p:txBody>
      </p:sp>
    </p:spTree>
    <p:extLst>
      <p:ext uri="{BB962C8B-B14F-4D97-AF65-F5344CB8AC3E}">
        <p14:creationId xmlns:p14="http://schemas.microsoft.com/office/powerpoint/2010/main" val="1612961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黑体" panose="02010609060101010101" pitchFamily="49" charset="-122"/>
                <a:ea typeface="黑体" panose="02010609060101010101" pitchFamily="49" charset="-122"/>
              </a:rPr>
              <a:t> </a:t>
            </a:r>
            <a:r>
              <a:rPr lang="en-US" altLang="zh-CN" sz="1200" dirty="0">
                <a:latin typeface="黑体" panose="02010609060101010101" pitchFamily="49" charset="-122"/>
                <a:ea typeface="黑体" panose="02010609060101010101" pitchFamily="49" charset="-122"/>
              </a:rPr>
              <a:t>2018</a:t>
            </a:r>
            <a:r>
              <a:rPr lang="zh-CN" altLang="en-US" sz="1200" dirty="0">
                <a:latin typeface="黑体" panose="02010609060101010101" pitchFamily="49" charset="-122"/>
                <a:ea typeface="黑体" panose="02010609060101010101" pitchFamily="49" charset="-122"/>
              </a:rPr>
              <a:t>年我国汽车产业整体发展形势较为严峻，全年产销量同比分别下降</a:t>
            </a:r>
            <a:r>
              <a:rPr lang="en-US" altLang="zh-CN" sz="1200" dirty="0">
                <a:latin typeface="黑体" panose="02010609060101010101" pitchFamily="49" charset="-122"/>
                <a:ea typeface="黑体" panose="02010609060101010101" pitchFamily="49" charset="-122"/>
              </a:rPr>
              <a:t>4.2%</a:t>
            </a:r>
            <a:r>
              <a:rPr lang="zh-CN" altLang="en-US" sz="1200" dirty="0">
                <a:latin typeface="黑体" panose="02010609060101010101" pitchFamily="49" charset="-122"/>
                <a:ea typeface="黑体" panose="02010609060101010101" pitchFamily="49" charset="-122"/>
              </a:rPr>
              <a:t>和</a:t>
            </a:r>
            <a:r>
              <a:rPr lang="en-US" altLang="zh-CN" sz="1200" dirty="0">
                <a:latin typeface="黑体" panose="02010609060101010101" pitchFamily="49" charset="-122"/>
                <a:ea typeface="黑体" panose="02010609060101010101" pitchFamily="49" charset="-122"/>
              </a:rPr>
              <a:t>2.8%</a:t>
            </a:r>
            <a:r>
              <a:rPr lang="zh-CN" altLang="en-US" sz="1200" dirty="0">
                <a:latin typeface="黑体" panose="02010609060101010101" pitchFamily="49" charset="-122"/>
                <a:ea typeface="黑体" panose="02010609060101010101" pitchFamily="49" charset="-122"/>
              </a:rPr>
              <a:t>。但在政策与市场的双重驱动下，</a:t>
            </a:r>
            <a:r>
              <a:rPr lang="en-US" altLang="zh-CN" sz="1200" dirty="0">
                <a:latin typeface="黑体" panose="02010609060101010101" pitchFamily="49" charset="-122"/>
                <a:ea typeface="黑体" panose="02010609060101010101" pitchFamily="49" charset="-122"/>
              </a:rPr>
              <a:t>2018</a:t>
            </a:r>
            <a:r>
              <a:rPr lang="zh-CN" altLang="en-US" sz="1200" dirty="0">
                <a:latin typeface="黑体" panose="02010609060101010101" pitchFamily="49" charset="-122"/>
                <a:ea typeface="黑体" panose="02010609060101010101" pitchFamily="49" charset="-122"/>
              </a:rPr>
              <a:t>年我国新能源汽车与动力电池产业规模均实现较大幅度上涨，整体处于提质增效、转型升级的关键时期， 在此背景下，中国汽车动力电池产业创新联盟作为国家动力电池创新中心行业服务平台，在国家各部委机关的指导和支持下，通过年度报告的方式，汇集国内外各领域优势企业，对国内外动力电池及关键材料产业发展的现状及发展趋势进行深入剖析和总结，为政府与行业提供有效的信息支持，促进产业高质稳定发展。</a:t>
            </a:r>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4</a:t>
            </a:fld>
            <a:endParaRPr lang="zh-CN" altLang="en-US"/>
          </a:p>
        </p:txBody>
      </p:sp>
    </p:spTree>
    <p:extLst>
      <p:ext uri="{BB962C8B-B14F-4D97-AF65-F5344CB8AC3E}">
        <p14:creationId xmlns:p14="http://schemas.microsoft.com/office/powerpoint/2010/main" val="1423143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感谢工业和信息化部装备工业司、科技司、产业政策司、节能与综合利用司、原材料司、国际合作司 等作为指导单位提出了宝贵意见，科技部、财政部、发改委、能源局、中汽协等单位在本报告的编写过程中给予了一定的支持，同时感谢工业装备发展中心的数据支持，以及珠海冠宇、湖南科霸和大连松下的经费支持。</a:t>
            </a:r>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5</a:t>
            </a:fld>
            <a:endParaRPr lang="zh-CN" altLang="en-US"/>
          </a:p>
        </p:txBody>
      </p:sp>
    </p:spTree>
    <p:extLst>
      <p:ext uri="{BB962C8B-B14F-4D97-AF65-F5344CB8AC3E}">
        <p14:creationId xmlns:p14="http://schemas.microsoft.com/office/powerpoint/2010/main" val="2665663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感谢工业和信息化部装备工业司、科技司、产业政策司、节能与综合利用司、原材料司、国际合作司 等作为指导单位提出了宝贵意见，科技部、财政部、发改委、能源局、中汽协等单位在本报告的编写过程中给予了一定的支持，同时感谢工业装备发展中心的数据支持，以及珠海冠宇、湖南科霸和大连松下的经费支持。</a:t>
            </a:r>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6</a:t>
            </a:fld>
            <a:endParaRPr lang="zh-CN" altLang="en-US"/>
          </a:p>
        </p:txBody>
      </p:sp>
    </p:spTree>
    <p:extLst>
      <p:ext uri="{BB962C8B-B14F-4D97-AF65-F5344CB8AC3E}">
        <p14:creationId xmlns:p14="http://schemas.microsoft.com/office/powerpoint/2010/main" val="2838759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感谢工业和信息化部装备工业司、科技司、产业政策司、节能与综合利用司、原材料司、国际合作司 等作为指导单位提出了宝贵意见，科技部、财政部、发改委、能源局、中汽协等单位在本报告的编写过程中给予了一定的支持，同时感谢工业装备发展中心的数据支持，以及珠海冠宇、湖南科霸和大连松下的经费支持。</a:t>
            </a:r>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7</a:t>
            </a:fld>
            <a:endParaRPr lang="zh-CN" altLang="en-US"/>
          </a:p>
        </p:txBody>
      </p:sp>
    </p:spTree>
    <p:extLst>
      <p:ext uri="{BB962C8B-B14F-4D97-AF65-F5344CB8AC3E}">
        <p14:creationId xmlns:p14="http://schemas.microsoft.com/office/powerpoint/2010/main" val="1413683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感谢工业和信息化部装备工业司、科技司、产业政策司、节能与综合利用司、原材料司、国际合作司 等作为指导单位提出了宝贵意见，科技部、财政部、发改委、能源局、中汽协等单位在本报告的编写过程中给予了一定的支持，同时感谢工业装备发展中心的数据支持，以及珠海冠宇、湖南科霸和大连松下的经费支持。</a:t>
            </a:r>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8</a:t>
            </a:fld>
            <a:endParaRPr lang="zh-CN" altLang="en-US"/>
          </a:p>
        </p:txBody>
      </p:sp>
    </p:spTree>
    <p:extLst>
      <p:ext uri="{BB962C8B-B14F-4D97-AF65-F5344CB8AC3E}">
        <p14:creationId xmlns:p14="http://schemas.microsoft.com/office/powerpoint/2010/main" val="156630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感谢工业和信息化部装备工业司、科技司、产业政策司、节能与综合利用司、原材料司、国际合作司 等作为指导单位提出了宝贵意见，科技部、财政部、发改委、能源局、中汽协等单位在本报告的编写过程中给予了一定的支持，同时感谢工业装备发展中心的数据支持，以及珠海冠宇、湖南科霸和大连松下的经费支持。</a:t>
            </a:r>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9</a:t>
            </a:fld>
            <a:endParaRPr lang="zh-CN" altLang="en-US"/>
          </a:p>
        </p:txBody>
      </p:sp>
    </p:spTree>
    <p:extLst>
      <p:ext uri="{BB962C8B-B14F-4D97-AF65-F5344CB8AC3E}">
        <p14:creationId xmlns:p14="http://schemas.microsoft.com/office/powerpoint/2010/main" val="2488823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感谢工业和信息化部装备工业司、科技司、产业政策司、节能与综合利用司、原材料司、国际合作司 等作为指导单位提出了宝贵意见，科技部、财政部、发改委、能源局、中汽协等单位在本报告的编写过程中给予了一定的支持，同时感谢工业装备发展中心的数据支持，以及珠海冠宇、湖南科霸和大连松下的经费支持。</a:t>
            </a:r>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10</a:t>
            </a:fld>
            <a:endParaRPr lang="zh-CN" altLang="en-US"/>
          </a:p>
        </p:txBody>
      </p:sp>
    </p:spTree>
    <p:extLst>
      <p:ext uri="{BB962C8B-B14F-4D97-AF65-F5344CB8AC3E}">
        <p14:creationId xmlns:p14="http://schemas.microsoft.com/office/powerpoint/2010/main" val="1747439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感谢工业和信息化部装备工业司、科技司、产业政策司、节能与综合利用司、原材料司、国际合作司 等作为指导单位提出了宝贵意见，科技部、财政部、发改委、能源局、中汽协等单位在本报告的编写过程中给予了一定的支持，同时感谢工业装备发展中心的数据支持，以及珠海冠宇、湖南科霸和大连松下的经费支持。</a:t>
            </a:r>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11</a:t>
            </a:fld>
            <a:endParaRPr lang="zh-CN" altLang="en-US"/>
          </a:p>
        </p:txBody>
      </p:sp>
    </p:spTree>
    <p:extLst>
      <p:ext uri="{BB962C8B-B14F-4D97-AF65-F5344CB8AC3E}">
        <p14:creationId xmlns:p14="http://schemas.microsoft.com/office/powerpoint/2010/main" val="794055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感谢工业和信息化部装备工业司、科技司、产业政策司、节能与综合利用司、原材料司、国际合作司 等作为指导单位提出了宝贵意见，科技部、财政部、发改委、能源局、中汽协等单位在本报告的编写过程中给予了一定的支持，同时感谢工业装备发展中心的数据支持，以及珠海冠宇、湖南科霸和大连松下的经费支持。</a:t>
            </a:r>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12</a:t>
            </a:fld>
            <a:endParaRPr lang="zh-CN" altLang="en-US"/>
          </a:p>
        </p:txBody>
      </p:sp>
    </p:spTree>
    <p:extLst>
      <p:ext uri="{BB962C8B-B14F-4D97-AF65-F5344CB8AC3E}">
        <p14:creationId xmlns:p14="http://schemas.microsoft.com/office/powerpoint/2010/main" val="13880883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感谢工业和信息化部装备工业司、科技司、产业政策司、节能与综合利用司、原材料司、国际合作司 等作为指导单位提出了宝贵意见，科技部、财政部、发改委、能源局、中汽协等单位在本报告的编写过程中给予了一定的支持，同时感谢工业装备发展中心的数据支持，以及珠海冠宇、湖南科霸和大连松下的经费支持。</a:t>
            </a:r>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13</a:t>
            </a:fld>
            <a:endParaRPr lang="zh-CN" altLang="en-US"/>
          </a:p>
        </p:txBody>
      </p:sp>
    </p:spTree>
    <p:extLst>
      <p:ext uri="{BB962C8B-B14F-4D97-AF65-F5344CB8AC3E}">
        <p14:creationId xmlns:p14="http://schemas.microsoft.com/office/powerpoint/2010/main" val="39418431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14</a:t>
            </a:fld>
            <a:endParaRPr lang="zh-CN" altLang="en-US"/>
          </a:p>
        </p:txBody>
      </p:sp>
    </p:spTree>
    <p:extLst>
      <p:ext uri="{BB962C8B-B14F-4D97-AF65-F5344CB8AC3E}">
        <p14:creationId xmlns:p14="http://schemas.microsoft.com/office/powerpoint/2010/main" val="2427126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感谢工业和信息化部装备工业司、科技司、产业政策司、节能与综合利用司、原材料司、国际合作司 等作为指导单位提出了宝贵意见，科技部、财政部、发改委、能源局、中汽协等单位在本报告的编写过程中给予了一定的支持，同时感谢工业装备发展中心的数据支持，以及珠海冠宇、湖南科霸和大连松下的经费支持。</a:t>
            </a:r>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15</a:t>
            </a:fld>
            <a:endParaRPr lang="zh-CN" altLang="en-US"/>
          </a:p>
        </p:txBody>
      </p:sp>
    </p:spTree>
    <p:extLst>
      <p:ext uri="{BB962C8B-B14F-4D97-AF65-F5344CB8AC3E}">
        <p14:creationId xmlns:p14="http://schemas.microsoft.com/office/powerpoint/2010/main" val="10975254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感谢工业和信息化部装备工业司、科技司、产业政策司、节能与综合利用司、原材料司、国际合作司 等作为指导单位提出了宝贵意见，科技部、财政部、发改委、能源局、中汽协等单位在本报告的编写过程中给予了一定的支持，同时感谢工业装备发展中心的数据支持，以及珠海冠宇、湖南科霸和大连松下的经费支持。</a:t>
            </a:r>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16</a:t>
            </a:fld>
            <a:endParaRPr lang="zh-CN" altLang="en-US"/>
          </a:p>
        </p:txBody>
      </p:sp>
    </p:spTree>
    <p:extLst>
      <p:ext uri="{BB962C8B-B14F-4D97-AF65-F5344CB8AC3E}">
        <p14:creationId xmlns:p14="http://schemas.microsoft.com/office/powerpoint/2010/main" val="13108188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感谢工业和信息化部装备工业司、科技司、产业政策司、节能与综合利用司、原材料司、国际合作司 等作为指导单位提出了宝贵意见，科技部、财政部、发改委、能源局、中汽协等单位在本报告的编写过程中给予了一定的支持，同时感谢工业装备发展中心的数据支持，以及珠海冠宇、湖南科霸和大连松下的经费支持。</a:t>
            </a:r>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17</a:t>
            </a:fld>
            <a:endParaRPr lang="zh-CN" altLang="en-US"/>
          </a:p>
        </p:txBody>
      </p:sp>
    </p:spTree>
    <p:extLst>
      <p:ext uri="{BB962C8B-B14F-4D97-AF65-F5344CB8AC3E}">
        <p14:creationId xmlns:p14="http://schemas.microsoft.com/office/powerpoint/2010/main" val="40948185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感谢工业和信息化部装备工业司、科技司、产业政策司、节能与综合利用司、原材料司、国际合作司 等作为指导单位提出了宝贵意见，科技部、财政部、发改委、能源局、中汽协等单位在本报告的编写过程中给予了一定的支持，同时感谢工业装备发展中心的数据支持，以及珠海冠宇、湖南科霸和大连松下的经费支持。</a:t>
            </a:r>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18</a:t>
            </a:fld>
            <a:endParaRPr lang="zh-CN" altLang="en-US"/>
          </a:p>
        </p:txBody>
      </p:sp>
    </p:spTree>
    <p:extLst>
      <p:ext uri="{BB962C8B-B14F-4D97-AF65-F5344CB8AC3E}">
        <p14:creationId xmlns:p14="http://schemas.microsoft.com/office/powerpoint/2010/main" val="20729204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感谢工业和信息化部装备工业司、科技司、产业政策司、节能与综合利用司、原材料司、国际合作司 等作为指导单位提出了宝贵意见，科技部、财政部、发改委、能源局、中汽协等单位在本报告的编写过程中给予了一定的支持，同时感谢工业装备发展中心的数据支持，以及珠海冠宇、湖南科霸和大连松下的经费支持。</a:t>
            </a:r>
          </a:p>
        </p:txBody>
      </p:sp>
      <p:sp>
        <p:nvSpPr>
          <p:cNvPr id="4" name="灯片编号占位符 3"/>
          <p:cNvSpPr>
            <a:spLocks noGrp="1"/>
          </p:cNvSpPr>
          <p:nvPr>
            <p:ph type="sldNum" sz="quarter" idx="10"/>
          </p:nvPr>
        </p:nvSpPr>
        <p:spPr/>
        <p:txBody>
          <a:bodyPr/>
          <a:lstStyle/>
          <a:p>
            <a:fld id="{37B1C941-1755-4CC1-B142-AF4CCA43EB99}" type="slidenum">
              <a:rPr lang="zh-CN" altLang="en-US" smtClean="0"/>
              <a:pPr/>
              <a:t>19</a:t>
            </a:fld>
            <a:endParaRPr lang="zh-CN" altLang="en-US"/>
          </a:p>
        </p:txBody>
      </p:sp>
    </p:spTree>
    <p:extLst>
      <p:ext uri="{BB962C8B-B14F-4D97-AF65-F5344CB8AC3E}">
        <p14:creationId xmlns:p14="http://schemas.microsoft.com/office/powerpoint/2010/main" val="1642919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2C058C9-DF92-4B0C-93DA-62C7197A64D7}" type="datetimeFigureOut">
              <a:rPr lang="zh-CN" altLang="en-US" smtClean="0"/>
              <a:pPr/>
              <a:t>2020/6/11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AB88FF-875C-4247-9581-D06E722558BD}" type="slidenum">
              <a:rPr lang="zh-CN" altLang="en-US" smtClean="0"/>
              <a:pPr/>
              <a:t>‹#›</a:t>
            </a:fld>
            <a:endParaRPr lang="zh-CN" altLang="en-US"/>
          </a:p>
        </p:txBody>
      </p:sp>
    </p:spTree>
    <p:extLst>
      <p:ext uri="{BB962C8B-B14F-4D97-AF65-F5344CB8AC3E}">
        <p14:creationId xmlns:p14="http://schemas.microsoft.com/office/powerpoint/2010/main" val="2917080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C058C9-DF92-4B0C-93DA-62C7197A64D7}" type="datetimeFigureOut">
              <a:rPr lang="zh-CN" altLang="en-US" smtClean="0"/>
              <a:pPr/>
              <a:t>2020/6/11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AB88FF-875C-4247-9581-D06E722558BD}" type="slidenum">
              <a:rPr lang="zh-CN" altLang="en-US" smtClean="0"/>
              <a:pPr/>
              <a:t>‹#›</a:t>
            </a:fld>
            <a:endParaRPr lang="zh-CN" altLang="en-US"/>
          </a:p>
        </p:txBody>
      </p:sp>
    </p:spTree>
    <p:extLst>
      <p:ext uri="{BB962C8B-B14F-4D97-AF65-F5344CB8AC3E}">
        <p14:creationId xmlns:p14="http://schemas.microsoft.com/office/powerpoint/2010/main" val="4269710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2C058C9-DF92-4B0C-93DA-62C7197A64D7}" type="datetimeFigureOut">
              <a:rPr lang="zh-CN" altLang="en-US" smtClean="0"/>
              <a:pPr/>
              <a:t>2020/6/11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AB88FF-875C-4247-9581-D06E722558BD}" type="slidenum">
              <a:rPr lang="zh-CN" altLang="en-US" smtClean="0"/>
              <a:pPr/>
              <a:t>‹#›</a:t>
            </a:fld>
            <a:endParaRPr lang="zh-CN" altLang="en-US"/>
          </a:p>
        </p:txBody>
      </p:sp>
    </p:spTree>
    <p:extLst>
      <p:ext uri="{BB962C8B-B14F-4D97-AF65-F5344CB8AC3E}">
        <p14:creationId xmlns:p14="http://schemas.microsoft.com/office/powerpoint/2010/main" val="4023703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2C058C9-DF92-4B0C-93DA-62C7197A64D7}" type="datetimeFigureOut">
              <a:rPr lang="zh-CN" altLang="en-US" smtClean="0"/>
              <a:pPr/>
              <a:t>2020/6/11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AB88FF-875C-4247-9581-D06E722558BD}" type="slidenum">
              <a:rPr lang="zh-CN" altLang="en-US" smtClean="0"/>
              <a:pPr/>
              <a:t>‹#›</a:t>
            </a:fld>
            <a:endParaRPr lang="zh-CN" altLang="en-US"/>
          </a:p>
        </p:txBody>
      </p:sp>
    </p:spTree>
    <p:extLst>
      <p:ext uri="{BB962C8B-B14F-4D97-AF65-F5344CB8AC3E}">
        <p14:creationId xmlns:p14="http://schemas.microsoft.com/office/powerpoint/2010/main" val="2246775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2C058C9-DF92-4B0C-93DA-62C7197A64D7}" type="datetimeFigureOut">
              <a:rPr lang="zh-CN" altLang="en-US" smtClean="0"/>
              <a:pPr/>
              <a:t>2020/6/11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AB88FF-875C-4247-9581-D06E722558BD}" type="slidenum">
              <a:rPr lang="zh-CN" altLang="en-US" smtClean="0"/>
              <a:pPr/>
              <a:t>‹#›</a:t>
            </a:fld>
            <a:endParaRPr lang="zh-CN" altLang="en-US"/>
          </a:p>
        </p:txBody>
      </p:sp>
    </p:spTree>
    <p:extLst>
      <p:ext uri="{BB962C8B-B14F-4D97-AF65-F5344CB8AC3E}">
        <p14:creationId xmlns:p14="http://schemas.microsoft.com/office/powerpoint/2010/main" val="853133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2C058C9-DF92-4B0C-93DA-62C7197A64D7}" type="datetimeFigureOut">
              <a:rPr lang="zh-CN" altLang="en-US" smtClean="0"/>
              <a:pPr/>
              <a:t>2020/6/11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AB88FF-875C-4247-9581-D06E722558BD}" type="slidenum">
              <a:rPr lang="zh-CN" altLang="en-US" smtClean="0"/>
              <a:pPr/>
              <a:t>‹#›</a:t>
            </a:fld>
            <a:endParaRPr lang="zh-CN" altLang="en-US"/>
          </a:p>
        </p:txBody>
      </p:sp>
    </p:spTree>
    <p:extLst>
      <p:ext uri="{BB962C8B-B14F-4D97-AF65-F5344CB8AC3E}">
        <p14:creationId xmlns:p14="http://schemas.microsoft.com/office/powerpoint/2010/main" val="898949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2C058C9-DF92-4B0C-93DA-62C7197A64D7}" type="datetimeFigureOut">
              <a:rPr lang="zh-CN" altLang="en-US" smtClean="0"/>
              <a:pPr/>
              <a:t>2020/6/11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AB88FF-875C-4247-9581-D06E722558BD}" type="slidenum">
              <a:rPr lang="zh-CN" altLang="en-US" smtClean="0"/>
              <a:pPr/>
              <a:t>‹#›</a:t>
            </a:fld>
            <a:endParaRPr lang="zh-CN" altLang="en-US"/>
          </a:p>
        </p:txBody>
      </p:sp>
      <p:pic>
        <p:nvPicPr>
          <p:cNvPr id="5" name="图片 4"/>
          <p:cNvPicPr>
            <a:picLocks noChangeAspect="1"/>
          </p:cNvPicPr>
          <p:nvPr userDrawn="1"/>
        </p:nvPicPr>
        <p:blipFill rotWithShape="1">
          <a:blip r:embed="rId2" cstate="print">
            <a:duotone>
              <a:prstClr val="black"/>
              <a:schemeClr val="tx2">
                <a:tint val="45000"/>
                <a:satMod val="400000"/>
              </a:schemeClr>
            </a:duotone>
          </a:blip>
          <a:srcRect t="4595" b="42767"/>
          <a:stretch>
            <a:fillRect/>
          </a:stretch>
        </p:blipFill>
        <p:spPr>
          <a:xfrm>
            <a:off x="0" y="-17842"/>
            <a:ext cx="12192000" cy="6875842"/>
          </a:xfrm>
          <a:custGeom>
            <a:avLst/>
            <a:gdLst>
              <a:gd name="connsiteX0" fmla="*/ 0 w 12192000"/>
              <a:gd name="connsiteY0" fmla="*/ 0 h 6795591"/>
              <a:gd name="connsiteX1" fmla="*/ 12192000 w 12192000"/>
              <a:gd name="connsiteY1" fmla="*/ 0 h 6795591"/>
              <a:gd name="connsiteX2" fmla="*/ 12192000 w 12192000"/>
              <a:gd name="connsiteY2" fmla="*/ 6795591 h 6795591"/>
              <a:gd name="connsiteX3" fmla="*/ 0 w 12192000"/>
              <a:gd name="connsiteY3" fmla="*/ 6795591 h 6795591"/>
            </a:gdLst>
            <a:ahLst/>
            <a:cxnLst>
              <a:cxn ang="0">
                <a:pos x="connsiteX0" y="connsiteY0"/>
              </a:cxn>
              <a:cxn ang="0">
                <a:pos x="connsiteX1" y="connsiteY1"/>
              </a:cxn>
              <a:cxn ang="0">
                <a:pos x="connsiteX2" y="connsiteY2"/>
              </a:cxn>
              <a:cxn ang="0">
                <a:pos x="connsiteX3" y="connsiteY3"/>
              </a:cxn>
            </a:cxnLst>
            <a:rect l="l" t="t" r="r" b="b"/>
            <a:pathLst>
              <a:path w="12192000" h="6795591">
                <a:moveTo>
                  <a:pt x="0" y="0"/>
                </a:moveTo>
                <a:lnTo>
                  <a:pt x="12192000" y="0"/>
                </a:lnTo>
                <a:lnTo>
                  <a:pt x="12192000" y="6795591"/>
                </a:lnTo>
                <a:lnTo>
                  <a:pt x="0" y="6795591"/>
                </a:lnTo>
                <a:close/>
              </a:path>
            </a:pathLst>
          </a:custGeom>
          <a:solidFill>
            <a:schemeClr val="bg1">
              <a:alpha val="70000"/>
            </a:schemeClr>
          </a:solidFill>
        </p:spPr>
      </p:pic>
      <p:sp>
        <p:nvSpPr>
          <p:cNvPr id="6" name="矩形 5"/>
          <p:cNvSpPr/>
          <p:nvPr userDrawn="1"/>
        </p:nvSpPr>
        <p:spPr>
          <a:xfrm>
            <a:off x="0" y="-17842"/>
            <a:ext cx="12192000" cy="6875842"/>
          </a:xfrm>
          <a:prstGeom prst="rect">
            <a:avLst/>
          </a:prstGeom>
          <a:solidFill>
            <a:schemeClr val="tx1">
              <a:lumMod val="85000"/>
              <a:lumOff val="15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Tree>
    <p:extLst>
      <p:ext uri="{BB962C8B-B14F-4D97-AF65-F5344CB8AC3E}">
        <p14:creationId xmlns:p14="http://schemas.microsoft.com/office/powerpoint/2010/main" val="3534584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2C058C9-DF92-4B0C-93DA-62C7197A64D7}" type="datetimeFigureOut">
              <a:rPr lang="zh-CN" altLang="en-US" smtClean="0"/>
              <a:pPr/>
              <a:t>2020/6/11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AB88FF-875C-4247-9581-D06E722558BD}" type="slidenum">
              <a:rPr lang="zh-CN" altLang="en-US" smtClean="0"/>
              <a:pPr/>
              <a:t>‹#›</a:t>
            </a:fld>
            <a:endParaRPr lang="zh-CN" altLang="en-US"/>
          </a:p>
        </p:txBody>
      </p:sp>
    </p:spTree>
    <p:extLst>
      <p:ext uri="{BB962C8B-B14F-4D97-AF65-F5344CB8AC3E}">
        <p14:creationId xmlns:p14="http://schemas.microsoft.com/office/powerpoint/2010/main" val="1559989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2C058C9-DF92-4B0C-93DA-62C7197A64D7}" type="datetimeFigureOut">
              <a:rPr lang="zh-CN" altLang="en-US" smtClean="0"/>
              <a:pPr/>
              <a:t>2020/6/11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AB88FF-875C-4247-9581-D06E722558BD}" type="slidenum">
              <a:rPr lang="zh-CN" altLang="en-US" smtClean="0"/>
              <a:pPr/>
              <a:t>‹#›</a:t>
            </a:fld>
            <a:endParaRPr lang="zh-CN" altLang="en-US"/>
          </a:p>
        </p:txBody>
      </p:sp>
    </p:spTree>
    <p:extLst>
      <p:ext uri="{BB962C8B-B14F-4D97-AF65-F5344CB8AC3E}">
        <p14:creationId xmlns:p14="http://schemas.microsoft.com/office/powerpoint/2010/main" val="3748052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C058C9-DF92-4B0C-93DA-62C7197A64D7}" type="datetimeFigureOut">
              <a:rPr lang="zh-CN" altLang="en-US" smtClean="0"/>
              <a:pPr/>
              <a:t>2020/6/11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AB88FF-875C-4247-9581-D06E722558BD}" type="slidenum">
              <a:rPr lang="zh-CN" altLang="en-US" smtClean="0"/>
              <a:pPr/>
              <a:t>‹#›</a:t>
            </a:fld>
            <a:endParaRPr lang="zh-CN" altLang="en-US"/>
          </a:p>
        </p:txBody>
      </p:sp>
    </p:spTree>
    <p:extLst>
      <p:ext uri="{BB962C8B-B14F-4D97-AF65-F5344CB8AC3E}">
        <p14:creationId xmlns:p14="http://schemas.microsoft.com/office/powerpoint/2010/main" val="305701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C058C9-DF92-4B0C-93DA-62C7197A64D7}" type="datetimeFigureOut">
              <a:rPr lang="zh-CN" altLang="en-US" smtClean="0"/>
              <a:pPr/>
              <a:t>2020/6/11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AB88FF-875C-4247-9581-D06E722558BD}" type="slidenum">
              <a:rPr lang="zh-CN" altLang="en-US" smtClean="0"/>
              <a:pPr/>
              <a:t>‹#›</a:t>
            </a:fld>
            <a:endParaRPr lang="zh-CN" altLang="en-US"/>
          </a:p>
        </p:txBody>
      </p:sp>
    </p:spTree>
    <p:extLst>
      <p:ext uri="{BB962C8B-B14F-4D97-AF65-F5344CB8AC3E}">
        <p14:creationId xmlns:p14="http://schemas.microsoft.com/office/powerpoint/2010/main" val="2268358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413E617-1852-4039-8A41-B4FBB6EED324}" type="datetimeFigureOut">
              <a:rPr lang="zh-CN" altLang="en-US" smtClean="0">
                <a:solidFill>
                  <a:prstClr val="black">
                    <a:tint val="75000"/>
                  </a:prstClr>
                </a:solidFill>
              </a:rPr>
              <a:pPr/>
              <a:t>2020/6/11</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18258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413E617-1852-4039-8A41-B4FBB6EED324}" type="datetimeFigureOut">
              <a:rPr lang="zh-CN" altLang="en-US" smtClean="0">
                <a:solidFill>
                  <a:prstClr val="black">
                    <a:tint val="75000"/>
                  </a:prstClr>
                </a:solidFill>
              </a:rPr>
              <a:pPr/>
              <a:t>2020/6/11</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60684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413E617-1852-4039-8A41-B4FBB6EED324}" type="datetimeFigureOut">
              <a:rPr lang="zh-CN" altLang="en-US" smtClean="0">
                <a:solidFill>
                  <a:prstClr val="black">
                    <a:tint val="75000"/>
                  </a:prstClr>
                </a:solidFill>
              </a:rPr>
              <a:pPr/>
              <a:t>2020/6/11</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477989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B413E617-1852-4039-8A41-B4FBB6EED324}" type="datetimeFigureOut">
              <a:rPr lang="zh-CN" altLang="en-US" smtClean="0">
                <a:solidFill>
                  <a:prstClr val="black">
                    <a:tint val="75000"/>
                  </a:prstClr>
                </a:solidFill>
              </a:rPr>
              <a:pPr/>
              <a:t>2020/6/11</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631386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B413E617-1852-4039-8A41-B4FBB6EED324}" type="datetimeFigureOut">
              <a:rPr lang="zh-CN" altLang="en-US" smtClean="0">
                <a:solidFill>
                  <a:prstClr val="black">
                    <a:tint val="75000"/>
                  </a:prstClr>
                </a:solidFill>
              </a:rPr>
              <a:pPr/>
              <a:t>2020/6/11</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473054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413E617-1852-4039-8A41-B4FBB6EED324}" type="datetimeFigureOut">
              <a:rPr lang="zh-CN" altLang="en-US" smtClean="0">
                <a:solidFill>
                  <a:prstClr val="black">
                    <a:tint val="75000"/>
                  </a:prstClr>
                </a:solidFill>
              </a:rPr>
              <a:pPr/>
              <a:t>2020/6/11</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812098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13E617-1852-4039-8A41-B4FBB6EED324}" type="datetimeFigureOut">
              <a:rPr lang="zh-CN" altLang="en-US" smtClean="0">
                <a:solidFill>
                  <a:prstClr val="black">
                    <a:tint val="75000"/>
                  </a:prstClr>
                </a:solidFill>
              </a:rPr>
              <a:pPr/>
              <a:t>2020/6/11</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97343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413E617-1852-4039-8A41-B4FBB6EED324}" type="datetimeFigureOut">
              <a:rPr lang="zh-CN" altLang="en-US" smtClean="0">
                <a:solidFill>
                  <a:prstClr val="black">
                    <a:tint val="75000"/>
                  </a:prstClr>
                </a:solidFill>
              </a:rPr>
              <a:pPr/>
              <a:t>2020/6/11</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79867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413E617-1852-4039-8A41-B4FBB6EED324}" type="datetimeFigureOut">
              <a:rPr lang="zh-CN" altLang="en-US" smtClean="0">
                <a:solidFill>
                  <a:prstClr val="black">
                    <a:tint val="75000"/>
                  </a:prstClr>
                </a:solidFill>
              </a:rPr>
              <a:pPr/>
              <a:t>2020/6/11</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27591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413E617-1852-4039-8A41-B4FBB6EED324}" type="datetimeFigureOut">
              <a:rPr lang="zh-CN" altLang="en-US" smtClean="0">
                <a:solidFill>
                  <a:prstClr val="black">
                    <a:tint val="75000"/>
                  </a:prstClr>
                </a:solidFill>
              </a:rPr>
              <a:pPr/>
              <a:t>2020/6/11</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240506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413E617-1852-4039-8A41-B4FBB6EED324}" type="datetimeFigureOut">
              <a:rPr lang="zh-CN" altLang="en-US" smtClean="0">
                <a:solidFill>
                  <a:prstClr val="black">
                    <a:tint val="75000"/>
                  </a:prstClr>
                </a:solidFill>
              </a:rPr>
              <a:pPr/>
              <a:t>2020/6/11</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5481DC2-33FF-4022-91B5-C13EC2E37E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91417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2C058C9-DF92-4B0C-93DA-62C7197A64D7}" type="datetimeFigureOut">
              <a:rPr lang="zh-CN" altLang="en-US" smtClean="0"/>
              <a:pPr/>
              <a:t>2020/6/11</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8AB88FF-875C-4247-9581-D06E722558BD}" type="slidenum">
              <a:rPr lang="zh-CN" altLang="en-US" smtClean="0"/>
              <a:pPr/>
              <a:t>‹#›</a:t>
            </a:fld>
            <a:endParaRPr lang="zh-CN" altLang="en-US"/>
          </a:p>
        </p:txBody>
      </p:sp>
    </p:spTree>
    <p:extLst>
      <p:ext uri="{BB962C8B-B14F-4D97-AF65-F5344CB8AC3E}">
        <p14:creationId xmlns:p14="http://schemas.microsoft.com/office/powerpoint/2010/main" val="31187018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13E617-1852-4039-8A41-B4FBB6EED324}" type="datetimeFigureOut">
              <a:rPr lang="zh-CN" altLang="en-US" smtClean="0">
                <a:solidFill>
                  <a:prstClr val="black">
                    <a:tint val="75000"/>
                  </a:prstClr>
                </a:solidFill>
              </a:rPr>
              <a:pPr/>
              <a:t>2020/6/11</a:t>
            </a:fld>
            <a:endParaRPr lang="zh-CN" alt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481DC2-33FF-4022-91B5-C13EC2E37E98}" type="slidenum">
              <a:rPr lang="zh-CN" altLang="en-US" smtClean="0">
                <a:solidFill>
                  <a:prstClr val="black">
                    <a:tint val="75000"/>
                  </a:prstClr>
                </a:solidFill>
              </a:rPr>
              <a:pPr/>
              <a:t>‹#›</a:t>
            </a:fld>
            <a:endParaRPr lang="zh-CN" altLang="en-US">
              <a:solidFill>
                <a:prstClr val="black">
                  <a:tint val="75000"/>
                </a:prstClr>
              </a:solidFill>
            </a:endParaRPr>
          </a:p>
        </p:txBody>
      </p:sp>
      <p:sp>
        <p:nvSpPr>
          <p:cNvPr id="7" name="椭圆 6">
            <a:extLst>
              <a:ext uri="{FF2B5EF4-FFF2-40B4-BE49-F238E27FC236}">
                <a16:creationId xmlns:a16="http://schemas.microsoft.com/office/drawing/2014/main" xmlns="" id="{C2C181C6-C970-47B7-B5F4-51E888BEB9F3}"/>
              </a:ext>
            </a:extLst>
          </p:cNvPr>
          <p:cNvSpPr/>
          <p:nvPr userDrawn="1"/>
        </p:nvSpPr>
        <p:spPr>
          <a:xfrm>
            <a:off x="12322022" y="2"/>
            <a:ext cx="413057" cy="413057"/>
          </a:xfrm>
          <a:prstGeom prst="ellipse">
            <a:avLst/>
          </a:prstGeom>
          <a:solidFill>
            <a:schemeClr val="accent6">
              <a:lumMod val="75000"/>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8" name="椭圆 7">
            <a:extLst>
              <a:ext uri="{FF2B5EF4-FFF2-40B4-BE49-F238E27FC236}">
                <a16:creationId xmlns:a16="http://schemas.microsoft.com/office/drawing/2014/main" xmlns="" id="{456CF016-5614-45A5-8C83-7BAB42EE3ACF}"/>
              </a:ext>
            </a:extLst>
          </p:cNvPr>
          <p:cNvSpPr/>
          <p:nvPr userDrawn="1"/>
        </p:nvSpPr>
        <p:spPr>
          <a:xfrm>
            <a:off x="12322022" y="575085"/>
            <a:ext cx="413057" cy="398582"/>
          </a:xfrm>
          <a:prstGeom prst="ellipse">
            <a:avLst/>
          </a:prstGeom>
          <a:solidFill>
            <a:srgbClr val="FFC000">
              <a:alpha val="9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9" name="椭圆 8">
            <a:extLst>
              <a:ext uri="{FF2B5EF4-FFF2-40B4-BE49-F238E27FC236}">
                <a16:creationId xmlns:a16="http://schemas.microsoft.com/office/drawing/2014/main" xmlns="" id="{4F84E931-0A52-4E69-BFBC-482D4E7D1937}"/>
              </a:ext>
            </a:extLst>
          </p:cNvPr>
          <p:cNvSpPr/>
          <p:nvPr userDrawn="1"/>
        </p:nvSpPr>
        <p:spPr>
          <a:xfrm>
            <a:off x="12322022" y="1135695"/>
            <a:ext cx="413057" cy="392442"/>
          </a:xfrm>
          <a:prstGeom prst="ellipse">
            <a:avLst/>
          </a:prstGeom>
          <a:solidFill>
            <a:schemeClr val="accent2">
              <a:lumMod val="50000"/>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10" name="椭圆 9">
            <a:extLst>
              <a:ext uri="{FF2B5EF4-FFF2-40B4-BE49-F238E27FC236}">
                <a16:creationId xmlns:a16="http://schemas.microsoft.com/office/drawing/2014/main" xmlns="" id="{8516DE45-F779-4290-A5E1-02DA3D152507}"/>
              </a:ext>
            </a:extLst>
          </p:cNvPr>
          <p:cNvSpPr/>
          <p:nvPr userDrawn="1"/>
        </p:nvSpPr>
        <p:spPr>
          <a:xfrm>
            <a:off x="12322022" y="1690168"/>
            <a:ext cx="413057" cy="413057"/>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Tree>
    <p:extLst>
      <p:ext uri="{BB962C8B-B14F-4D97-AF65-F5344CB8AC3E}">
        <p14:creationId xmlns:p14="http://schemas.microsoft.com/office/powerpoint/2010/main" val="1180932840"/>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2.xml"/><Relationship Id="rId4"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vmlDrawing" Target="../drawings/vmlDrawing1.vml"/><Relationship Id="rId5" Type="http://schemas.openxmlformats.org/officeDocument/2006/relationships/image" Target="../media/image8.emf"/><Relationship Id="rId4" Type="http://schemas.openxmlformats.org/officeDocument/2006/relationships/package" Target="../embeddings/Microsoft_Visio___1.vsdx"/></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xmlns="" id="{8BEB4B66-8E95-49F6-882B-5F95141B89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785" y="0"/>
            <a:ext cx="2072640" cy="1245829"/>
          </a:xfrm>
          <a:prstGeom prst="rect">
            <a:avLst/>
          </a:prstGeom>
        </p:spPr>
      </p:pic>
      <p:sp>
        <p:nvSpPr>
          <p:cNvPr id="14" name="TextBox 48">
            <a:extLst>
              <a:ext uri="{FF2B5EF4-FFF2-40B4-BE49-F238E27FC236}">
                <a16:creationId xmlns:a16="http://schemas.microsoft.com/office/drawing/2014/main" xmlns="" id="{B82A5FEE-DB96-4CF0-8DCE-C1B722FCEC51}"/>
              </a:ext>
            </a:extLst>
          </p:cNvPr>
          <p:cNvSpPr txBox="1"/>
          <p:nvPr/>
        </p:nvSpPr>
        <p:spPr>
          <a:xfrm>
            <a:off x="1020535" y="1994214"/>
            <a:ext cx="10150929" cy="1466235"/>
          </a:xfrm>
          <a:prstGeom prst="rect">
            <a:avLst/>
          </a:prstGeom>
          <a:noFill/>
        </p:spPr>
        <p:txBody>
          <a:bodyPr wrap="square" lIns="0" tIns="0" rIns="0" bIns="0" rtlCol="0">
            <a:spAutoFit/>
          </a:bodyPr>
          <a:lstStyle/>
          <a:p>
            <a:pPr algn="ctr">
              <a:lnSpc>
                <a:spcPct val="150000"/>
              </a:lnSpc>
            </a:pPr>
            <a:r>
              <a:rPr lang="zh-CN" altLang="en-US" sz="7200" b="1" dirty="0">
                <a:solidFill>
                  <a:srgbClr val="424C80"/>
                </a:solidFill>
                <a:latin typeface="微软雅黑" panose="020B0503020204020204" pitchFamily="34" charset="-122"/>
                <a:ea typeface="微软雅黑" panose="020B0503020204020204" pitchFamily="34" charset="-122"/>
              </a:rPr>
              <a:t>电池系统</a:t>
            </a:r>
            <a:r>
              <a:rPr lang="en-US" altLang="zh-CN" sz="7200" b="1" dirty="0">
                <a:solidFill>
                  <a:srgbClr val="424C80"/>
                </a:solidFill>
                <a:latin typeface="微软雅黑" panose="020B0503020204020204" pitchFamily="34" charset="-122"/>
                <a:ea typeface="微软雅黑" panose="020B0503020204020204" pitchFamily="34" charset="-122"/>
              </a:rPr>
              <a:t>BMS </a:t>
            </a:r>
            <a:r>
              <a:rPr lang="zh-CN" altLang="en-US" sz="7200" b="1" dirty="0">
                <a:solidFill>
                  <a:srgbClr val="424C80"/>
                </a:solidFill>
                <a:latin typeface="微软雅黑" panose="020B0503020204020204" pitchFamily="34" charset="-122"/>
                <a:ea typeface="微软雅黑" panose="020B0503020204020204" pitchFamily="34" charset="-122"/>
              </a:rPr>
              <a:t>安全设计</a:t>
            </a:r>
            <a:endParaRPr lang="zh-CN" altLang="zh-CN" sz="7200" dirty="0">
              <a:solidFill>
                <a:srgbClr val="424C8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xmlns="" id="{D168FC20-CACD-4876-8222-F8A70919DC40}"/>
              </a:ext>
            </a:extLst>
          </p:cNvPr>
          <p:cNvSpPr txBox="1"/>
          <p:nvPr/>
        </p:nvSpPr>
        <p:spPr>
          <a:xfrm>
            <a:off x="3920802" y="5343320"/>
            <a:ext cx="4339651" cy="923330"/>
          </a:xfrm>
          <a:prstGeom prst="rect">
            <a:avLst/>
          </a:prstGeom>
          <a:noFill/>
        </p:spPr>
        <p:txBody>
          <a:bodyPr wrap="none" rtlCol="0">
            <a:spAutoFit/>
          </a:bodyPr>
          <a:lstStyle/>
          <a:p>
            <a:pPr algn="ctr">
              <a:lnSpc>
                <a:spcPct val="150000"/>
              </a:lnSpc>
            </a:pPr>
            <a:r>
              <a:rPr lang="zh-CN" altLang="en-US" dirty="0" smtClean="0">
                <a:latin typeface="微软雅黑" panose="020B0503020204020204" pitchFamily="34" charset="-122"/>
                <a:ea typeface="微软雅黑" panose="020B0503020204020204" pitchFamily="34" charset="-122"/>
              </a:rPr>
              <a:t>华霆（合肥）动力技术有限公司：周夏荣</a:t>
            </a:r>
            <a:endParaRPr lang="en-US" altLang="zh-CN" dirty="0">
              <a:latin typeface="微软雅黑" panose="020B0503020204020204" pitchFamily="34" charset="-122"/>
              <a:ea typeface="微软雅黑" panose="020B0503020204020204" pitchFamily="34" charset="-122"/>
            </a:endParaRPr>
          </a:p>
          <a:p>
            <a:pPr algn="ctr">
              <a:lnSpc>
                <a:spcPct val="150000"/>
              </a:lnSpc>
            </a:pPr>
            <a:r>
              <a:rPr lang="en-US" altLang="zh-CN" dirty="0">
                <a:latin typeface="微软雅黑" panose="020B0503020204020204" pitchFamily="34" charset="-122"/>
                <a:ea typeface="微软雅黑" panose="020B0503020204020204" pitchFamily="34" charset="-122"/>
              </a:rPr>
              <a:t>2020</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12</a:t>
            </a:r>
            <a:r>
              <a:rPr lang="zh-CN" altLang="en-US" dirty="0">
                <a:latin typeface="微软雅黑" panose="020B0503020204020204" pitchFamily="34" charset="-122"/>
                <a:ea typeface="微软雅黑" panose="020B0503020204020204" pitchFamily="34" charset="-122"/>
              </a:rPr>
              <a:t>日</a:t>
            </a:r>
            <a:endParaRPr lang="en-US" altLang="zh-CN" dirty="0">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xmlns="" id="{E4EE40AF-84F2-4176-B34B-E5C5275B5B4D}"/>
              </a:ext>
            </a:extLst>
          </p:cNvPr>
          <p:cNvSpPr/>
          <p:nvPr/>
        </p:nvSpPr>
        <p:spPr>
          <a:xfrm>
            <a:off x="1690247" y="326802"/>
            <a:ext cx="7843158" cy="499624"/>
          </a:xfrm>
          <a:prstGeom prst="rect">
            <a:avLst/>
          </a:prstGeom>
        </p:spPr>
        <p:txBody>
          <a:bodyPr wrap="square">
            <a:spAutoFit/>
          </a:bodyPr>
          <a:lstStyle/>
          <a:p>
            <a:pPr>
              <a:lnSpc>
                <a:spcPct val="150000"/>
              </a:lnSpc>
            </a:pPr>
            <a:r>
              <a:rPr lang="en-US" altLang="zh-CN" sz="2000" b="1" dirty="0">
                <a:solidFill>
                  <a:srgbClr val="424C80"/>
                </a:solidFill>
                <a:latin typeface="微软雅黑" panose="020B0503020204020204" pitchFamily="34" charset="-122"/>
                <a:ea typeface="微软雅黑" panose="020B0503020204020204" pitchFamily="34" charset="-122"/>
              </a:rPr>
              <a:t>《</a:t>
            </a:r>
            <a:r>
              <a:rPr lang="zh-CN" altLang="en-US" sz="2000" b="1" dirty="0">
                <a:solidFill>
                  <a:srgbClr val="424C80"/>
                </a:solidFill>
                <a:latin typeface="微软雅黑" panose="020B0503020204020204" pitchFamily="34" charset="-122"/>
                <a:ea typeface="微软雅黑" panose="020B0503020204020204" pitchFamily="34" charset="-122"/>
              </a:rPr>
              <a:t>电动汽车安全指南（</a:t>
            </a:r>
            <a:r>
              <a:rPr lang="en-US" altLang="zh-CN" sz="2000" b="1" dirty="0">
                <a:solidFill>
                  <a:srgbClr val="424C80"/>
                </a:solidFill>
                <a:latin typeface="微软雅黑" panose="020B0503020204020204" pitchFamily="34" charset="-122"/>
                <a:ea typeface="微软雅黑" panose="020B0503020204020204" pitchFamily="34" charset="-122"/>
              </a:rPr>
              <a:t>2019</a:t>
            </a:r>
            <a:r>
              <a:rPr lang="zh-CN" altLang="en-US" sz="2000" b="1" dirty="0">
                <a:solidFill>
                  <a:srgbClr val="424C80"/>
                </a:solidFill>
                <a:latin typeface="微软雅黑" panose="020B0503020204020204" pitchFamily="34" charset="-122"/>
                <a:ea typeface="微软雅黑" panose="020B0503020204020204" pitchFamily="34" charset="-122"/>
              </a:rPr>
              <a:t>版）</a:t>
            </a:r>
            <a:r>
              <a:rPr lang="en-US" altLang="zh-CN" sz="2000" b="1" dirty="0">
                <a:solidFill>
                  <a:srgbClr val="424C80"/>
                </a:solidFill>
                <a:latin typeface="微软雅黑" panose="020B0503020204020204" pitchFamily="34" charset="-122"/>
                <a:ea typeface="微软雅黑" panose="020B0503020204020204" pitchFamily="34" charset="-122"/>
              </a:rPr>
              <a:t>》</a:t>
            </a:r>
            <a:r>
              <a:rPr lang="zh-CN" altLang="en-US" sz="2000" b="1" dirty="0">
                <a:solidFill>
                  <a:srgbClr val="424C80"/>
                </a:solidFill>
                <a:latin typeface="微软雅黑" panose="020B0503020204020204" pitchFamily="34" charset="-122"/>
                <a:ea typeface="微软雅黑" panose="020B0503020204020204" pitchFamily="34" charset="-122"/>
              </a:rPr>
              <a:t>宣贯会</a:t>
            </a:r>
            <a:endParaRPr lang="en-US" altLang="zh-CN" sz="2000" b="1" dirty="0">
              <a:solidFill>
                <a:srgbClr val="424C80"/>
              </a:solidFill>
              <a:latin typeface="微软雅黑" panose="020B0503020204020204" pitchFamily="34" charset="-122"/>
              <a:ea typeface="微软雅黑" panose="020B0503020204020204" pitchFamily="34" charset="-122"/>
            </a:endParaRPr>
          </a:p>
        </p:txBody>
      </p:sp>
      <p:cxnSp>
        <p:nvCxnSpPr>
          <p:cNvPr id="4" name="直接连接符 3">
            <a:extLst>
              <a:ext uri="{FF2B5EF4-FFF2-40B4-BE49-F238E27FC236}">
                <a16:creationId xmlns:a16="http://schemas.microsoft.com/office/drawing/2014/main" xmlns="" id="{9EA93C90-C676-46C5-A262-418718717540}"/>
              </a:ext>
            </a:extLst>
          </p:cNvPr>
          <p:cNvCxnSpPr/>
          <p:nvPr/>
        </p:nvCxnSpPr>
        <p:spPr>
          <a:xfrm>
            <a:off x="1899818" y="870011"/>
            <a:ext cx="5117691" cy="0"/>
          </a:xfrm>
          <a:prstGeom prst="line">
            <a:avLst/>
          </a:prstGeom>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1656581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095998" y="2284566"/>
            <a:ext cx="4258616" cy="461665"/>
          </a:xfrm>
          <a:prstGeom prst="rect">
            <a:avLst/>
          </a:prstGeom>
          <a:noFill/>
        </p:spPr>
        <p:txBody>
          <a:bodyPr wrap="square" rtlCol="0">
            <a:spAutoFit/>
          </a:bodyPr>
          <a:lstStyle/>
          <a:p>
            <a:pPr lvl="0" algn="just" defTabSz="457200">
              <a:defRPr/>
            </a:pPr>
            <a:r>
              <a:rPr kumimoji="1"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BMS</a:t>
            </a:r>
            <a:r>
              <a:rPr kumimoji="1"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设计</a:t>
            </a:r>
            <a:r>
              <a:rPr kumimoji="1" lang="zh-CN" altLang="en-US" sz="2400" b="1" dirty="0" smtClean="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开发</a:t>
            </a:r>
            <a:endParaRPr kumimoji="1"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1" name="文本框 20"/>
          <p:cNvSpPr txBox="1"/>
          <p:nvPr/>
        </p:nvSpPr>
        <p:spPr>
          <a:xfrm>
            <a:off x="6095998" y="3199269"/>
            <a:ext cx="4719505" cy="461665"/>
          </a:xfrm>
          <a:prstGeom prst="rect">
            <a:avLst/>
          </a:prstGeom>
          <a:noFill/>
        </p:spPr>
        <p:txBody>
          <a:bodyPr wrap="square" rtlCol="0">
            <a:spAutoFit/>
          </a:bodyPr>
          <a:lstStyle/>
          <a:p>
            <a:pPr lvl="0" algn="just" defTabSz="457200">
              <a:defRPr/>
            </a:pPr>
            <a:r>
              <a:rPr kumimoji="1" lang="en-US" altLang="zh-CN" sz="2400" b="1" dirty="0" smtClean="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BMS</a:t>
            </a:r>
            <a:r>
              <a:rPr kumimoji="1" lang="zh-CN" altLang="en-US" sz="2400" b="1" dirty="0" smtClean="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故障处理</a:t>
            </a:r>
            <a:endParaRPr kumimoji="1"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nvGrpSpPr>
          <p:cNvPr id="2" name="组合 1">
            <a:extLst>
              <a:ext uri="{FF2B5EF4-FFF2-40B4-BE49-F238E27FC236}">
                <a16:creationId xmlns:a16="http://schemas.microsoft.com/office/drawing/2014/main" xmlns="" id="{6B32829E-7BE3-41C3-AB4A-1141422635D1}"/>
              </a:ext>
            </a:extLst>
          </p:cNvPr>
          <p:cNvGrpSpPr/>
          <p:nvPr/>
        </p:nvGrpSpPr>
        <p:grpSpPr>
          <a:xfrm>
            <a:off x="1938284" y="2243434"/>
            <a:ext cx="2030576" cy="2610832"/>
            <a:chOff x="1820863" y="1868181"/>
            <a:chExt cx="2928658" cy="3765550"/>
          </a:xfrm>
        </p:grpSpPr>
        <p:sp>
          <p:nvSpPr>
            <p:cNvPr id="28" name="任意多边形 21">
              <a:extLst>
                <a:ext uri="{FF2B5EF4-FFF2-40B4-BE49-F238E27FC236}">
                  <a16:creationId xmlns:a16="http://schemas.microsoft.com/office/drawing/2014/main" xmlns="" id="{805AE987-A4A2-4B66-9422-045FD0A07BC0}"/>
                </a:ext>
              </a:extLst>
            </p:cNvPr>
            <p:cNvSpPr/>
            <p:nvPr/>
          </p:nvSpPr>
          <p:spPr>
            <a:xfrm>
              <a:off x="1820863" y="1868181"/>
              <a:ext cx="2928658" cy="3765550"/>
            </a:xfrm>
            <a:custGeom>
              <a:avLst/>
              <a:gdLst>
                <a:gd name="connsiteX0" fmla="*/ 0 w 2928658"/>
                <a:gd name="connsiteY0" fmla="*/ 0 h 3765550"/>
                <a:gd name="connsiteX1" fmla="*/ 2928658 w 2928658"/>
                <a:gd name="connsiteY1" fmla="*/ 0 h 3765550"/>
                <a:gd name="connsiteX2" fmla="*/ 2928658 w 2928658"/>
                <a:gd name="connsiteY2" fmla="*/ 2504136 h 3765550"/>
                <a:gd name="connsiteX3" fmla="*/ 2928658 w 2928658"/>
                <a:gd name="connsiteY3" fmla="*/ 2667397 h 3765550"/>
                <a:gd name="connsiteX4" fmla="*/ 2928658 w 2928658"/>
                <a:gd name="connsiteY4" fmla="*/ 3286552 h 3765550"/>
                <a:gd name="connsiteX5" fmla="*/ 1464329 w 2928658"/>
                <a:gd name="connsiteY5" fmla="*/ 3765550 h 3765550"/>
                <a:gd name="connsiteX6" fmla="*/ 0 w 2928658"/>
                <a:gd name="connsiteY6" fmla="*/ 3286552 h 3765550"/>
                <a:gd name="connsiteX7" fmla="*/ 0 w 2928658"/>
                <a:gd name="connsiteY7" fmla="*/ 2667397 h 3765550"/>
                <a:gd name="connsiteX8" fmla="*/ 0 w 2928658"/>
                <a:gd name="connsiteY8" fmla="*/ 2504136 h 376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8658" h="3765550">
                  <a:moveTo>
                    <a:pt x="0" y="0"/>
                  </a:moveTo>
                  <a:lnTo>
                    <a:pt x="2928658" y="0"/>
                  </a:lnTo>
                  <a:lnTo>
                    <a:pt x="2928658" y="2504136"/>
                  </a:lnTo>
                  <a:lnTo>
                    <a:pt x="2928658" y="2667397"/>
                  </a:lnTo>
                  <a:lnTo>
                    <a:pt x="2928658" y="3286552"/>
                  </a:lnTo>
                  <a:lnTo>
                    <a:pt x="1464329" y="3765550"/>
                  </a:lnTo>
                  <a:lnTo>
                    <a:pt x="0" y="3286552"/>
                  </a:lnTo>
                  <a:lnTo>
                    <a:pt x="0" y="2667397"/>
                  </a:lnTo>
                  <a:lnTo>
                    <a:pt x="0" y="2504136"/>
                  </a:lnTo>
                  <a:close/>
                </a:path>
              </a:pathLst>
            </a:custGeom>
            <a:solidFill>
              <a:srgbClr val="424C80"/>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2" name="MH_Others_1">
              <a:extLst>
                <a:ext uri="{FF2B5EF4-FFF2-40B4-BE49-F238E27FC236}">
                  <a16:creationId xmlns:a16="http://schemas.microsoft.com/office/drawing/2014/main" xmlns="" id="{A752E3AF-1B69-45E9-A239-E8BFDAB20E00}"/>
                </a:ext>
              </a:extLst>
            </p:cNvPr>
            <p:cNvSpPr txBox="1"/>
            <p:nvPr>
              <p:custDataLst>
                <p:tags r:id="rId3"/>
              </p:custDataLst>
            </p:nvPr>
          </p:nvSpPr>
          <p:spPr>
            <a:xfrm>
              <a:off x="2185308" y="3154659"/>
              <a:ext cx="2199768" cy="923330"/>
            </a:xfrm>
            <a:prstGeom prst="rect">
              <a:avLst/>
            </a:prstGeom>
            <a:noFill/>
          </p:spPr>
          <p:txBody>
            <a:bodyPr vert="horz" wrap="square" lIns="0" tIns="0" rIns="0" bIns="0" rtlCol="0" anchor="ctr" anchorCtr="0">
              <a:spAutoFit/>
            </a:bodyPr>
            <a:lstStyle/>
            <a:p>
              <a:pPr algn="ctr" fontAlgn="base">
                <a:spcBef>
                  <a:spcPct val="0"/>
                </a:spcBef>
                <a:spcAft>
                  <a:spcPct val="0"/>
                </a:spcAft>
              </a:pPr>
              <a:r>
                <a:rPr lang="zh-CN" altLang="en-US" sz="6000" b="1" dirty="0">
                  <a:solidFill>
                    <a:prstClr val="white"/>
                  </a:solidFill>
                  <a:latin typeface="Arial" panose="020B0604020202020204" pitchFamily="34" charset="0"/>
                  <a:ea typeface="微软雅黑" panose="020B0503020204020204" pitchFamily="34" charset="-122"/>
                  <a:sym typeface="Arial" panose="020B0604020202020204" pitchFamily="34" charset="0"/>
                </a:rPr>
                <a:t>目录</a:t>
              </a:r>
            </a:p>
          </p:txBody>
        </p:sp>
      </p:grpSp>
      <p:sp>
        <p:nvSpPr>
          <p:cNvPr id="53" name="MH_Number_1">
            <a:extLst>
              <a:ext uri="{FF2B5EF4-FFF2-40B4-BE49-F238E27FC236}">
                <a16:creationId xmlns:a16="http://schemas.microsoft.com/office/drawing/2014/main" xmlns="" id="{785C6B92-2DF8-447D-9252-DBD36E26A803}"/>
              </a:ext>
            </a:extLst>
          </p:cNvPr>
          <p:cNvSpPr/>
          <p:nvPr>
            <p:custDataLst>
              <p:tags r:id="rId1"/>
            </p:custDataLst>
          </p:nvPr>
        </p:nvSpPr>
        <p:spPr>
          <a:xfrm>
            <a:off x="5477933" y="2243434"/>
            <a:ext cx="449531" cy="449531"/>
          </a:xfrm>
          <a:prstGeom prst="ellipse">
            <a:avLst/>
          </a:prstGeom>
          <a:solidFill>
            <a:srgbClr val="424C80"/>
          </a:solidFill>
          <a:ln w="28575" cap="flat" cmpd="sng" algn="ctr">
            <a:solidFill>
              <a:sysClr val="window" lastClr="FFFFFF"/>
            </a:solidFill>
            <a:prstDash val="solid"/>
            <a:miter lim="800000"/>
          </a:ln>
          <a:effectLst>
            <a:outerShdw blurRad="203200" dist="114300" dir="2700000" algn="tl" rotWithShape="0">
              <a:prstClr val="black">
                <a:alpha val="40000"/>
              </a:prstClr>
            </a:outerShdw>
          </a:effectLst>
        </p:spPr>
        <p:txBody>
          <a:bodyPr wrap="square" lIns="0" tIns="0" rIns="0" bIns="0" rtlCol="0" anchor="ctr">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1</a:t>
            </a:r>
            <a:endParaRPr kumimoji="0" lang="zh-CN" altLang="en-US" sz="1600" b="1"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56" name="MH_Number_4">
            <a:extLst>
              <a:ext uri="{FF2B5EF4-FFF2-40B4-BE49-F238E27FC236}">
                <a16:creationId xmlns:a16="http://schemas.microsoft.com/office/drawing/2014/main" xmlns="" id="{75E99BF2-AC85-4A87-9150-E33297C1942C}"/>
              </a:ext>
            </a:extLst>
          </p:cNvPr>
          <p:cNvSpPr/>
          <p:nvPr>
            <p:custDataLst>
              <p:tags r:id="rId2"/>
            </p:custDataLst>
          </p:nvPr>
        </p:nvSpPr>
        <p:spPr>
          <a:xfrm>
            <a:off x="5477933" y="3205339"/>
            <a:ext cx="449531" cy="449531"/>
          </a:xfrm>
          <a:prstGeom prst="ellipse">
            <a:avLst/>
          </a:prstGeom>
          <a:solidFill>
            <a:srgbClr val="424C80"/>
          </a:solidFill>
          <a:ln w="28575" cap="flat" cmpd="sng" algn="ctr">
            <a:solidFill>
              <a:sysClr val="window" lastClr="FFFFFF"/>
            </a:solidFill>
            <a:prstDash val="solid"/>
            <a:miter lim="800000"/>
          </a:ln>
          <a:effectLst>
            <a:outerShdw blurRad="203200" dist="114300" dir="2700000" algn="tl" rotWithShape="0">
              <a:prstClr val="black">
                <a:alpha val="40000"/>
              </a:prstClr>
            </a:outerShdw>
          </a:effectLst>
        </p:spPr>
        <p:txBody>
          <a:bodyPr wrap="square" lIns="0" tIns="0" rIns="0" bIns="0" rtlCol="0" anchor="ctr">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2</a:t>
            </a:r>
            <a:endParaRPr kumimoji="0" lang="zh-CN" altLang="en-US" sz="1600" b="1"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960397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C97925F0-B71A-49A8-B2F3-5A8C606B5EF6}"/>
              </a:ext>
            </a:extLst>
          </p:cNvPr>
          <p:cNvGrpSpPr/>
          <p:nvPr/>
        </p:nvGrpSpPr>
        <p:grpSpPr>
          <a:xfrm>
            <a:off x="1952568" y="2142801"/>
            <a:ext cx="10797516" cy="2215991"/>
            <a:chOff x="2756967" y="2336438"/>
            <a:chExt cx="10797516" cy="2215991"/>
          </a:xfrm>
        </p:grpSpPr>
        <p:sp>
          <p:nvSpPr>
            <p:cNvPr id="12" name="TextBox 48">
              <a:extLst>
                <a:ext uri="{FF2B5EF4-FFF2-40B4-BE49-F238E27FC236}">
                  <a16:creationId xmlns:a16="http://schemas.microsoft.com/office/drawing/2014/main" xmlns="" id="{05B024F3-A7ED-4A0B-AAE3-DC16F34152E9}"/>
                </a:ext>
              </a:extLst>
            </p:cNvPr>
            <p:cNvSpPr txBox="1"/>
            <p:nvPr/>
          </p:nvSpPr>
          <p:spPr>
            <a:xfrm>
              <a:off x="5050892" y="3028934"/>
              <a:ext cx="8503591" cy="830997"/>
            </a:xfrm>
            <a:prstGeom prst="rect">
              <a:avLst/>
            </a:prstGeom>
            <a:noFill/>
          </p:spPr>
          <p:txBody>
            <a:bodyPr wrap="square" lIns="0" tIns="0" rIns="0" bIns="0" rtlCol="0">
              <a:spAutoFit/>
            </a:bodyPr>
            <a:lstStyle/>
            <a:p>
              <a:pPr lvl="0" algn="just" defTabSz="457200">
                <a:defRPr/>
              </a:pPr>
              <a:r>
                <a:rPr kumimoji="1" lang="en-US" altLang="zh-CN" sz="5400" b="1" dirty="0">
                  <a:solidFill>
                    <a:srgbClr val="424C80"/>
                  </a:solidFill>
                  <a:latin typeface="微软雅黑" panose="020B0503020204020204" pitchFamily="34" charset="-122"/>
                  <a:ea typeface="微软雅黑" panose="020B0503020204020204" pitchFamily="34" charset="-122"/>
                  <a:cs typeface="Arial" panose="020B0604020202020204" pitchFamily="34" charset="0"/>
                  <a:sym typeface="+mn-lt"/>
                </a:rPr>
                <a:t>BMS</a:t>
              </a:r>
              <a:r>
                <a:rPr kumimoji="1" lang="zh-CN" altLang="en-US" sz="5400" b="1" dirty="0">
                  <a:solidFill>
                    <a:srgbClr val="424C80"/>
                  </a:solidFill>
                  <a:latin typeface="微软雅黑" panose="020B0503020204020204" pitchFamily="34" charset="-122"/>
                  <a:ea typeface="微软雅黑" panose="020B0503020204020204" pitchFamily="34" charset="-122"/>
                  <a:cs typeface="Arial" panose="020B0604020202020204" pitchFamily="34" charset="0"/>
                  <a:sym typeface="+mn-lt"/>
                </a:rPr>
                <a:t>设计</a:t>
              </a:r>
              <a:r>
                <a:rPr kumimoji="1" lang="zh-CN" altLang="en-US" sz="5400" b="1" dirty="0" smtClean="0">
                  <a:solidFill>
                    <a:srgbClr val="424C80"/>
                  </a:solidFill>
                  <a:latin typeface="微软雅黑" panose="020B0503020204020204" pitchFamily="34" charset="-122"/>
                  <a:ea typeface="微软雅黑" panose="020B0503020204020204" pitchFamily="34" charset="-122"/>
                  <a:cs typeface="Arial" panose="020B0604020202020204" pitchFamily="34" charset="0"/>
                  <a:sym typeface="+mn-lt"/>
                </a:rPr>
                <a:t>开发</a:t>
              </a:r>
              <a:endParaRPr kumimoji="1" lang="zh-CN" altLang="en-US" sz="5400" b="1" dirty="0">
                <a:solidFill>
                  <a:srgbClr val="424C80"/>
                </a:solidFill>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13" name="矩形 259">
              <a:extLst>
                <a:ext uri="{FF2B5EF4-FFF2-40B4-BE49-F238E27FC236}">
                  <a16:creationId xmlns:a16="http://schemas.microsoft.com/office/drawing/2014/main" xmlns="" id="{24672B81-1791-4D3D-BC12-6AD6A20FA7C8}"/>
                </a:ext>
              </a:extLst>
            </p:cNvPr>
            <p:cNvSpPr>
              <a:spLocks noChangeArrowheads="1"/>
            </p:cNvSpPr>
            <p:nvPr/>
          </p:nvSpPr>
          <p:spPr bwMode="auto">
            <a:xfrm>
              <a:off x="2756967" y="2336438"/>
              <a:ext cx="1918544"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fontAlgn="base">
                <a:spcAft>
                  <a:spcPct val="0"/>
                </a:spcAft>
                <a:buFont typeface="Arial" panose="020B0604020202020204" pitchFamily="34" charset="0"/>
                <a:buNone/>
              </a:pPr>
              <a:r>
                <a:rPr lang="en-US" altLang="zh-CN" sz="13800" cap="all" spc="300" dirty="0">
                  <a:solidFill>
                    <a:srgbClr val="424C80"/>
                  </a:solidFill>
                  <a:latin typeface="Impact" panose="020B0806030902050204" pitchFamily="34" charset="0"/>
                  <a:cs typeface="Arial" panose="020B0604020202020204" pitchFamily="34" charset="0"/>
                  <a:sym typeface="Arial" panose="020B0604020202020204" pitchFamily="34" charset="0"/>
                </a:rPr>
                <a:t>01</a:t>
              </a:r>
              <a:endParaRPr lang="zh-CN" altLang="en-US" sz="13800" cap="all" spc="300" dirty="0">
                <a:solidFill>
                  <a:srgbClr val="424C80"/>
                </a:solidFill>
                <a:latin typeface="Impact" panose="020B0806030902050204" pitchFamily="34" charset="0"/>
                <a:cs typeface="Arial" panose="020B0604020202020204" pitchFamily="34" charset="0"/>
                <a:sym typeface="Arial" panose="020B0604020202020204" pitchFamily="34" charset="0"/>
              </a:endParaRPr>
            </a:p>
          </p:txBody>
        </p:sp>
      </p:grpSp>
      <p:cxnSp>
        <p:nvCxnSpPr>
          <p:cNvPr id="14" name="直接连接符 13">
            <a:extLst>
              <a:ext uri="{FF2B5EF4-FFF2-40B4-BE49-F238E27FC236}">
                <a16:creationId xmlns:a16="http://schemas.microsoft.com/office/drawing/2014/main" xmlns="" id="{7F206AF4-C838-4AD2-BFCC-A02005D6655A}"/>
              </a:ext>
            </a:extLst>
          </p:cNvPr>
          <p:cNvCxnSpPr/>
          <p:nvPr/>
        </p:nvCxnSpPr>
        <p:spPr>
          <a:xfrm>
            <a:off x="4246494" y="3998752"/>
            <a:ext cx="6264696" cy="0"/>
          </a:xfrm>
          <a:prstGeom prst="line">
            <a:avLst/>
          </a:prstGeom>
          <a:noFill/>
          <a:ln w="6350" cap="flat" cmpd="sng" algn="ctr">
            <a:solidFill>
              <a:srgbClr val="424C80"/>
            </a:solidFill>
            <a:prstDash val="solid"/>
            <a:miter lim="800000"/>
          </a:ln>
          <a:effectLst/>
        </p:spPr>
      </p:cxnSp>
    </p:spTree>
    <p:extLst>
      <p:ext uri="{BB962C8B-B14F-4D97-AF65-F5344CB8AC3E}">
        <p14:creationId xmlns:p14="http://schemas.microsoft.com/office/powerpoint/2010/main" val="209388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xmlns="" id="{06B8BE55-2010-4E43-B3E5-B59274DD9191}"/>
              </a:ext>
            </a:extLst>
          </p:cNvPr>
          <p:cNvSpPr/>
          <p:nvPr/>
        </p:nvSpPr>
        <p:spPr>
          <a:xfrm>
            <a:off x="154236" y="379663"/>
            <a:ext cx="2127505" cy="461665"/>
          </a:xfrm>
          <a:prstGeom prst="rect">
            <a:avLst/>
          </a:prstGeom>
        </p:spPr>
        <p:txBody>
          <a:bodyPr wrap="none">
            <a:spAutoFit/>
          </a:bodyPr>
          <a:lstStyle/>
          <a:p>
            <a:pPr lvl="0" algn="just" defTabSz="457200">
              <a:defRPr/>
            </a:pPr>
            <a:r>
              <a:rPr kumimoji="1"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BMS</a:t>
            </a:r>
            <a:r>
              <a:rPr kumimoji="1"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设计开发</a:t>
            </a:r>
          </a:p>
        </p:txBody>
      </p:sp>
      <p:sp>
        <p:nvSpPr>
          <p:cNvPr id="3" name="矩形 2">
            <a:extLst>
              <a:ext uri="{FF2B5EF4-FFF2-40B4-BE49-F238E27FC236}">
                <a16:creationId xmlns:a16="http://schemas.microsoft.com/office/drawing/2014/main" xmlns="" id="{EF773CD5-37DA-47E0-A448-DEFEB32049C1}"/>
              </a:ext>
            </a:extLst>
          </p:cNvPr>
          <p:cNvSpPr/>
          <p:nvPr/>
        </p:nvSpPr>
        <p:spPr>
          <a:xfrm>
            <a:off x="0" y="425830"/>
            <a:ext cx="129092" cy="369332"/>
          </a:xfrm>
          <a:prstGeom prst="rect">
            <a:avLst/>
          </a:prstGeom>
          <a:solidFill>
            <a:srgbClr val="424C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内容占位符 1"/>
          <p:cNvSpPr>
            <a:spLocks noGrp="1"/>
          </p:cNvSpPr>
          <p:nvPr>
            <p:ph sz="quarter" idx="4294967295"/>
          </p:nvPr>
        </p:nvSpPr>
        <p:spPr>
          <a:xfrm>
            <a:off x="154236" y="1213461"/>
            <a:ext cx="6716464" cy="4336440"/>
          </a:xfrm>
          <a:prstGeom prst="rect">
            <a:avLst/>
          </a:prstGeom>
        </p:spPr>
        <p:txBody>
          <a:bodyPr>
            <a:normAutofit/>
          </a:bodyPr>
          <a:lstStyle/>
          <a:p>
            <a:pPr marL="0" indent="0">
              <a:lnSpc>
                <a:spcPct val="120000"/>
              </a:lnSpc>
              <a:spcAft>
                <a:spcPts val="2400"/>
              </a:spcAft>
              <a:buNone/>
            </a:pPr>
            <a:r>
              <a:rPr lang="en-US" altLang="zh-CN" sz="2400" dirty="0">
                <a:latin typeface="微软雅黑" panose="020B0503020204020204" pitchFamily="34" charset="-122"/>
                <a:ea typeface="微软雅黑" panose="020B0503020204020204" pitchFamily="34" charset="-122"/>
              </a:rPr>
              <a:t>BMS (Battery Management System) </a:t>
            </a:r>
            <a:r>
              <a:rPr lang="zh-CN" altLang="en-US" sz="2400" dirty="0">
                <a:latin typeface="微软雅黑" panose="020B0503020204020204" pitchFamily="34" charset="-122"/>
                <a:ea typeface="微软雅黑" panose="020B0503020204020204" pitchFamily="34" charset="-122"/>
              </a:rPr>
              <a:t>电池</a:t>
            </a:r>
            <a:r>
              <a:rPr lang="zh-CN" altLang="en-US" sz="2400" dirty="0" smtClean="0">
                <a:latin typeface="微软雅黑" panose="020B0503020204020204" pitchFamily="34" charset="-122"/>
                <a:ea typeface="微软雅黑" panose="020B0503020204020204" pitchFamily="34" charset="-122"/>
              </a:rPr>
              <a:t>管理系统</a:t>
            </a:r>
            <a:endParaRPr lang="en-US" altLang="zh-CN" sz="2400" dirty="0">
              <a:latin typeface="微软雅黑" panose="020B0503020204020204" pitchFamily="34" charset="-122"/>
              <a:ea typeface="微软雅黑" panose="020B0503020204020204" pitchFamily="34" charset="-122"/>
            </a:endParaRPr>
          </a:p>
          <a:p>
            <a:pPr lvl="1">
              <a:lnSpc>
                <a:spcPct val="120000"/>
              </a:lnSpc>
              <a:spcAft>
                <a:spcPts val="2400"/>
              </a:spcAft>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rPr>
              <a:t>一个为了管理电池而设计的电子控制系统</a:t>
            </a:r>
            <a:endParaRPr lang="en-US" altLang="zh-CN" sz="2000" dirty="0">
              <a:latin typeface="微软雅黑" panose="020B0503020204020204" pitchFamily="34" charset="-122"/>
              <a:ea typeface="微软雅黑" panose="020B0503020204020204" pitchFamily="34" charset="-122"/>
            </a:endParaRPr>
          </a:p>
          <a:p>
            <a:pPr lvl="1">
              <a:lnSpc>
                <a:spcPct val="120000"/>
              </a:lnSpc>
              <a:spcAft>
                <a:spcPts val="2400"/>
              </a:spcAft>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rPr>
              <a:t>根据使用环境对电池的充放电过程进行监测和控制，从而在保证电池安全的前提下最大限度的利用电池的能量</a:t>
            </a:r>
            <a:endParaRPr lang="en-US" altLang="zh-CN" sz="2000" dirty="0">
              <a:latin typeface="微软雅黑" panose="020B0503020204020204" pitchFamily="34" charset="-122"/>
              <a:ea typeface="微软雅黑" panose="020B0503020204020204" pitchFamily="34" charset="-122"/>
            </a:endParaRPr>
          </a:p>
          <a:p>
            <a:pPr>
              <a:spcAft>
                <a:spcPts val="2400"/>
              </a:spcAft>
              <a:buFont typeface="Wingdings" panose="05000000000000000000" pitchFamily="2" charset="2"/>
              <a:buChar char="p"/>
            </a:pPr>
            <a:endParaRPr lang="zh-CN" altLang="en-US" sz="2400" dirty="0"/>
          </a:p>
        </p:txBody>
      </p:sp>
      <p:graphicFrame>
        <p:nvGraphicFramePr>
          <p:cNvPr id="6" name="内容占位符 7"/>
          <p:cNvGraphicFramePr>
            <a:graphicFrameLocks/>
          </p:cNvGraphicFramePr>
          <p:nvPr>
            <p:extLst>
              <p:ext uri="{D42A27DB-BD31-4B8C-83A1-F6EECF244321}">
                <p14:modId xmlns:p14="http://schemas.microsoft.com/office/powerpoint/2010/main" val="654590076"/>
              </p:ext>
            </p:extLst>
          </p:nvPr>
        </p:nvGraphicFramePr>
        <p:xfrm>
          <a:off x="6145190" y="1213460"/>
          <a:ext cx="5761038" cy="45183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矩形 3"/>
          <p:cNvSpPr/>
          <p:nvPr/>
        </p:nvSpPr>
        <p:spPr>
          <a:xfrm>
            <a:off x="8630001" y="5949434"/>
            <a:ext cx="2087431"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典型</a:t>
            </a:r>
            <a:r>
              <a:rPr lang="en-US" altLang="zh-CN" sz="2400" dirty="0">
                <a:latin typeface="微软雅黑" panose="020B0503020204020204" pitchFamily="34" charset="-122"/>
                <a:ea typeface="微软雅黑" panose="020B0503020204020204" pitchFamily="34" charset="-122"/>
              </a:rPr>
              <a:t>BMS</a:t>
            </a:r>
            <a:r>
              <a:rPr lang="zh-CN" altLang="en-US" sz="2400" dirty="0">
                <a:latin typeface="微软雅黑" panose="020B0503020204020204" pitchFamily="34" charset="-122"/>
                <a:ea typeface="微软雅黑" panose="020B0503020204020204" pitchFamily="34" charset="-122"/>
              </a:rPr>
              <a:t>功能</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13871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graphicEl>
                                              <a:dgm id="{3C8AD2CA-A83A-4FDD-8F3A-1B12F35E0ECB}"/>
                                            </p:graphicEl>
                                          </p:spTgt>
                                        </p:tgtEl>
                                        <p:attrNameLst>
                                          <p:attrName>style.visibility</p:attrName>
                                        </p:attrNameLst>
                                      </p:cBhvr>
                                      <p:to>
                                        <p:strVal val="visible"/>
                                      </p:to>
                                    </p:set>
                                    <p:anim calcmode="lin" valueType="num">
                                      <p:cBhvr>
                                        <p:cTn id="7" dur="500" fill="hold"/>
                                        <p:tgtEl>
                                          <p:spTgt spid="6">
                                            <p:graphicEl>
                                              <a:dgm id="{3C8AD2CA-A83A-4FDD-8F3A-1B12F35E0ECB}"/>
                                            </p:graphicEl>
                                          </p:spTgt>
                                        </p:tgtEl>
                                        <p:attrNameLst>
                                          <p:attrName>ppt_w</p:attrName>
                                        </p:attrNameLst>
                                      </p:cBhvr>
                                      <p:tavLst>
                                        <p:tav tm="0">
                                          <p:val>
                                            <p:fltVal val="0"/>
                                          </p:val>
                                        </p:tav>
                                        <p:tav tm="100000">
                                          <p:val>
                                            <p:strVal val="#ppt_w"/>
                                          </p:val>
                                        </p:tav>
                                      </p:tavLst>
                                    </p:anim>
                                    <p:anim calcmode="lin" valueType="num">
                                      <p:cBhvr>
                                        <p:cTn id="8" dur="500" fill="hold"/>
                                        <p:tgtEl>
                                          <p:spTgt spid="6">
                                            <p:graphicEl>
                                              <a:dgm id="{3C8AD2CA-A83A-4FDD-8F3A-1B12F35E0ECB}"/>
                                            </p:graphicEl>
                                          </p:spTgt>
                                        </p:tgtEl>
                                        <p:attrNameLst>
                                          <p:attrName>ppt_h</p:attrName>
                                        </p:attrNameLst>
                                      </p:cBhvr>
                                      <p:tavLst>
                                        <p:tav tm="0">
                                          <p:val>
                                            <p:fltVal val="0"/>
                                          </p:val>
                                        </p:tav>
                                        <p:tav tm="100000">
                                          <p:val>
                                            <p:strVal val="#ppt_h"/>
                                          </p:val>
                                        </p:tav>
                                      </p:tavLst>
                                    </p:anim>
                                    <p:animEffect transition="in" filter="fade">
                                      <p:cBhvr>
                                        <p:cTn id="9" dur="500"/>
                                        <p:tgtEl>
                                          <p:spTgt spid="6">
                                            <p:graphicEl>
                                              <a:dgm id="{3C8AD2CA-A83A-4FDD-8F3A-1B12F35E0ECB}"/>
                                            </p:graphicEl>
                                          </p:spTgt>
                                        </p:tgtEl>
                                      </p:cBhvr>
                                    </p:animEffect>
                                  </p:childTnLst>
                                </p:cTn>
                              </p:par>
                            </p:childTnLst>
                          </p:cTn>
                        </p:par>
                        <p:par>
                          <p:cTn id="10" fill="hold">
                            <p:stCondLst>
                              <p:cond delay="500"/>
                            </p:stCondLst>
                            <p:childTnLst>
                              <p:par>
                                <p:cTn id="11" presetID="6" presetClass="entr" presetSubtype="32" fill="hold" grpId="0" nodeType="afterEffect">
                                  <p:stCondLst>
                                    <p:cond delay="0"/>
                                  </p:stCondLst>
                                  <p:childTnLst>
                                    <p:set>
                                      <p:cBhvr>
                                        <p:cTn id="12" dur="1" fill="hold">
                                          <p:stCondLst>
                                            <p:cond delay="0"/>
                                          </p:stCondLst>
                                        </p:cTn>
                                        <p:tgtEl>
                                          <p:spTgt spid="6">
                                            <p:graphicEl>
                                              <a:dgm id="{17937EFB-17E4-4413-BCC5-EBE02A080E2B}"/>
                                            </p:graphicEl>
                                          </p:spTgt>
                                        </p:tgtEl>
                                        <p:attrNameLst>
                                          <p:attrName>style.visibility</p:attrName>
                                        </p:attrNameLst>
                                      </p:cBhvr>
                                      <p:to>
                                        <p:strVal val="visible"/>
                                      </p:to>
                                    </p:set>
                                    <p:animEffect transition="in" filter="circle(out)">
                                      <p:cBhvr>
                                        <p:cTn id="13" dur="500"/>
                                        <p:tgtEl>
                                          <p:spTgt spid="6">
                                            <p:graphicEl>
                                              <a:dgm id="{17937EFB-17E4-4413-BCC5-EBE02A080E2B}"/>
                                            </p:graphicEl>
                                          </p:spTgt>
                                        </p:tgtEl>
                                      </p:cBhvr>
                                    </p:animEffect>
                                  </p:childTnLst>
                                </p:cTn>
                              </p:par>
                            </p:childTnLst>
                          </p:cTn>
                        </p:par>
                        <p:par>
                          <p:cTn id="14" fill="hold">
                            <p:stCondLst>
                              <p:cond delay="1000"/>
                            </p:stCondLst>
                            <p:childTnLst>
                              <p:par>
                                <p:cTn id="15" presetID="6" presetClass="entr" presetSubtype="32" fill="hold" grpId="0" nodeType="afterEffect">
                                  <p:stCondLst>
                                    <p:cond delay="0"/>
                                  </p:stCondLst>
                                  <p:childTnLst>
                                    <p:set>
                                      <p:cBhvr>
                                        <p:cTn id="16" dur="1" fill="hold">
                                          <p:stCondLst>
                                            <p:cond delay="0"/>
                                          </p:stCondLst>
                                        </p:cTn>
                                        <p:tgtEl>
                                          <p:spTgt spid="6">
                                            <p:graphicEl>
                                              <a:dgm id="{7B767EF2-E34F-4B08-8AA1-E078DCECCD6A}"/>
                                            </p:graphicEl>
                                          </p:spTgt>
                                        </p:tgtEl>
                                        <p:attrNameLst>
                                          <p:attrName>style.visibility</p:attrName>
                                        </p:attrNameLst>
                                      </p:cBhvr>
                                      <p:to>
                                        <p:strVal val="visible"/>
                                      </p:to>
                                    </p:set>
                                    <p:animEffect transition="in" filter="circle(out)">
                                      <p:cBhvr>
                                        <p:cTn id="17" dur="500"/>
                                        <p:tgtEl>
                                          <p:spTgt spid="6">
                                            <p:graphicEl>
                                              <a:dgm id="{7B767EF2-E34F-4B08-8AA1-E078DCECCD6A}"/>
                                            </p:graphicEl>
                                          </p:spTgt>
                                        </p:tgtEl>
                                      </p:cBhvr>
                                    </p:animEffect>
                                  </p:childTnLst>
                                </p:cTn>
                              </p:par>
                            </p:childTnLst>
                          </p:cTn>
                        </p:par>
                        <p:par>
                          <p:cTn id="18" fill="hold">
                            <p:stCondLst>
                              <p:cond delay="1500"/>
                            </p:stCondLst>
                            <p:childTnLst>
                              <p:par>
                                <p:cTn id="19" presetID="6" presetClass="entr" presetSubtype="32" fill="hold" grpId="0" nodeType="afterEffect">
                                  <p:stCondLst>
                                    <p:cond delay="0"/>
                                  </p:stCondLst>
                                  <p:childTnLst>
                                    <p:set>
                                      <p:cBhvr>
                                        <p:cTn id="20" dur="1" fill="hold">
                                          <p:stCondLst>
                                            <p:cond delay="0"/>
                                          </p:stCondLst>
                                        </p:cTn>
                                        <p:tgtEl>
                                          <p:spTgt spid="6">
                                            <p:graphicEl>
                                              <a:dgm id="{53443844-4CD9-44F8-9453-429EF1568688}"/>
                                            </p:graphicEl>
                                          </p:spTgt>
                                        </p:tgtEl>
                                        <p:attrNameLst>
                                          <p:attrName>style.visibility</p:attrName>
                                        </p:attrNameLst>
                                      </p:cBhvr>
                                      <p:to>
                                        <p:strVal val="visible"/>
                                      </p:to>
                                    </p:set>
                                    <p:animEffect transition="in" filter="circle(out)">
                                      <p:cBhvr>
                                        <p:cTn id="21" dur="500"/>
                                        <p:tgtEl>
                                          <p:spTgt spid="6">
                                            <p:graphicEl>
                                              <a:dgm id="{53443844-4CD9-44F8-9453-429EF1568688}"/>
                                            </p:graphicEl>
                                          </p:spTgt>
                                        </p:tgtEl>
                                      </p:cBhvr>
                                    </p:animEffect>
                                  </p:childTnLst>
                                </p:cTn>
                              </p:par>
                            </p:childTnLst>
                          </p:cTn>
                        </p:par>
                        <p:par>
                          <p:cTn id="22" fill="hold">
                            <p:stCondLst>
                              <p:cond delay="2000"/>
                            </p:stCondLst>
                            <p:childTnLst>
                              <p:par>
                                <p:cTn id="23" presetID="6" presetClass="entr" presetSubtype="32" fill="hold" grpId="0" nodeType="afterEffect">
                                  <p:stCondLst>
                                    <p:cond delay="0"/>
                                  </p:stCondLst>
                                  <p:childTnLst>
                                    <p:set>
                                      <p:cBhvr>
                                        <p:cTn id="24" dur="1" fill="hold">
                                          <p:stCondLst>
                                            <p:cond delay="0"/>
                                          </p:stCondLst>
                                        </p:cTn>
                                        <p:tgtEl>
                                          <p:spTgt spid="6">
                                            <p:graphicEl>
                                              <a:dgm id="{B5F0E70A-C958-4FC1-8FF3-7BB73E1A7911}"/>
                                            </p:graphicEl>
                                          </p:spTgt>
                                        </p:tgtEl>
                                        <p:attrNameLst>
                                          <p:attrName>style.visibility</p:attrName>
                                        </p:attrNameLst>
                                      </p:cBhvr>
                                      <p:to>
                                        <p:strVal val="visible"/>
                                      </p:to>
                                    </p:set>
                                    <p:animEffect transition="in" filter="circle(out)">
                                      <p:cBhvr>
                                        <p:cTn id="25" dur="500"/>
                                        <p:tgtEl>
                                          <p:spTgt spid="6">
                                            <p:graphicEl>
                                              <a:dgm id="{B5F0E70A-C958-4FC1-8FF3-7BB73E1A7911}"/>
                                            </p:graphicEl>
                                          </p:spTgt>
                                        </p:tgtEl>
                                      </p:cBhvr>
                                    </p:animEffect>
                                  </p:childTnLst>
                                </p:cTn>
                              </p:par>
                            </p:childTnLst>
                          </p:cTn>
                        </p:par>
                        <p:par>
                          <p:cTn id="26" fill="hold">
                            <p:stCondLst>
                              <p:cond delay="2500"/>
                            </p:stCondLst>
                            <p:childTnLst>
                              <p:par>
                                <p:cTn id="27" presetID="53" presetClass="entr" presetSubtype="16" fill="hold" grpId="0" nodeType="afterEffect">
                                  <p:stCondLst>
                                    <p:cond delay="0"/>
                                  </p:stCondLst>
                                  <p:childTnLst>
                                    <p:set>
                                      <p:cBhvr>
                                        <p:cTn id="28" dur="1" fill="hold">
                                          <p:stCondLst>
                                            <p:cond delay="0"/>
                                          </p:stCondLst>
                                        </p:cTn>
                                        <p:tgtEl>
                                          <p:spTgt spid="6">
                                            <p:graphicEl>
                                              <a:dgm id="{8C6C0642-6C81-43C8-9446-366E2CDDC22A}"/>
                                            </p:graphicEl>
                                          </p:spTgt>
                                        </p:tgtEl>
                                        <p:attrNameLst>
                                          <p:attrName>style.visibility</p:attrName>
                                        </p:attrNameLst>
                                      </p:cBhvr>
                                      <p:to>
                                        <p:strVal val="visible"/>
                                      </p:to>
                                    </p:set>
                                    <p:anim calcmode="lin" valueType="num">
                                      <p:cBhvr>
                                        <p:cTn id="29" dur="500" fill="hold"/>
                                        <p:tgtEl>
                                          <p:spTgt spid="6">
                                            <p:graphicEl>
                                              <a:dgm id="{8C6C0642-6C81-43C8-9446-366E2CDDC22A}"/>
                                            </p:graphicEl>
                                          </p:spTgt>
                                        </p:tgtEl>
                                        <p:attrNameLst>
                                          <p:attrName>ppt_w</p:attrName>
                                        </p:attrNameLst>
                                      </p:cBhvr>
                                      <p:tavLst>
                                        <p:tav tm="0">
                                          <p:val>
                                            <p:fltVal val="0"/>
                                          </p:val>
                                        </p:tav>
                                        <p:tav tm="100000">
                                          <p:val>
                                            <p:strVal val="#ppt_w"/>
                                          </p:val>
                                        </p:tav>
                                      </p:tavLst>
                                    </p:anim>
                                    <p:anim calcmode="lin" valueType="num">
                                      <p:cBhvr>
                                        <p:cTn id="30" dur="500" fill="hold"/>
                                        <p:tgtEl>
                                          <p:spTgt spid="6">
                                            <p:graphicEl>
                                              <a:dgm id="{8C6C0642-6C81-43C8-9446-366E2CDDC22A}"/>
                                            </p:graphicEl>
                                          </p:spTgt>
                                        </p:tgtEl>
                                        <p:attrNameLst>
                                          <p:attrName>ppt_h</p:attrName>
                                        </p:attrNameLst>
                                      </p:cBhvr>
                                      <p:tavLst>
                                        <p:tav tm="0">
                                          <p:val>
                                            <p:fltVal val="0"/>
                                          </p:val>
                                        </p:tav>
                                        <p:tav tm="100000">
                                          <p:val>
                                            <p:strVal val="#ppt_h"/>
                                          </p:val>
                                        </p:tav>
                                      </p:tavLst>
                                    </p:anim>
                                    <p:animEffect transition="in" filter="fade">
                                      <p:cBhvr>
                                        <p:cTn id="31" dur="500"/>
                                        <p:tgtEl>
                                          <p:spTgt spid="6">
                                            <p:graphicEl>
                                              <a:dgm id="{8C6C0642-6C81-43C8-9446-366E2CDDC22A}"/>
                                            </p:graphicEl>
                                          </p:spTgt>
                                        </p:tgtEl>
                                      </p:cBhvr>
                                    </p:animEffect>
                                  </p:childTnLst>
                                </p:cTn>
                              </p:par>
                            </p:childTnLst>
                          </p:cTn>
                        </p:par>
                        <p:par>
                          <p:cTn id="32" fill="hold">
                            <p:stCondLst>
                              <p:cond delay="3000"/>
                            </p:stCondLst>
                            <p:childTnLst>
                              <p:par>
                                <p:cTn id="33" presetID="6" presetClass="entr" presetSubtype="32" fill="hold" grpId="0" nodeType="afterEffect">
                                  <p:stCondLst>
                                    <p:cond delay="0"/>
                                  </p:stCondLst>
                                  <p:childTnLst>
                                    <p:set>
                                      <p:cBhvr>
                                        <p:cTn id="34" dur="1" fill="hold">
                                          <p:stCondLst>
                                            <p:cond delay="0"/>
                                          </p:stCondLst>
                                        </p:cTn>
                                        <p:tgtEl>
                                          <p:spTgt spid="6">
                                            <p:graphicEl>
                                              <a:dgm id="{DC5F82B2-8633-4787-83EE-BE6900664109}"/>
                                            </p:graphicEl>
                                          </p:spTgt>
                                        </p:tgtEl>
                                        <p:attrNameLst>
                                          <p:attrName>style.visibility</p:attrName>
                                        </p:attrNameLst>
                                      </p:cBhvr>
                                      <p:to>
                                        <p:strVal val="visible"/>
                                      </p:to>
                                    </p:set>
                                    <p:animEffect transition="in" filter="circle(out)">
                                      <p:cBhvr>
                                        <p:cTn id="35" dur="500"/>
                                        <p:tgtEl>
                                          <p:spTgt spid="6">
                                            <p:graphicEl>
                                              <a:dgm id="{DC5F82B2-8633-4787-83EE-BE690066410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17">
            <a:extLst>
              <a:ext uri="{FF2B5EF4-FFF2-40B4-BE49-F238E27FC236}">
                <a16:creationId xmlns:a16="http://schemas.microsoft.com/office/drawing/2014/main" xmlns="" id="{69154672-B629-489A-AFC3-5BDBA4254A70}"/>
              </a:ext>
            </a:extLst>
          </p:cNvPr>
          <p:cNvSpPr txBox="1">
            <a:spLocks/>
          </p:cNvSpPr>
          <p:nvPr/>
        </p:nvSpPr>
        <p:spPr>
          <a:xfrm>
            <a:off x="190094" y="425830"/>
            <a:ext cx="3817473" cy="4168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400" kern="1200" dirty="0" smtClean="0">
                <a:solidFill>
                  <a:schemeClr val="tx1"/>
                </a:solidFill>
                <a:effectLst/>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000" kern="1200" dirty="0" smtClean="0">
                <a:solidFill>
                  <a:schemeClr val="tx1"/>
                </a:solidFill>
                <a:effectLst/>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effectLst/>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effectLst/>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600" kern="1200" dirty="0">
                <a:solidFill>
                  <a:schemeClr val="tx1"/>
                </a:solidFill>
                <a:effectLst/>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电池状态检测</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8" name="矩形 47">
            <a:extLst>
              <a:ext uri="{FF2B5EF4-FFF2-40B4-BE49-F238E27FC236}">
                <a16:creationId xmlns:a16="http://schemas.microsoft.com/office/drawing/2014/main" xmlns="" id="{35654E17-1864-4C97-9F64-FF6AF7BFDC72}"/>
              </a:ext>
            </a:extLst>
          </p:cNvPr>
          <p:cNvSpPr/>
          <p:nvPr/>
        </p:nvSpPr>
        <p:spPr>
          <a:xfrm>
            <a:off x="0" y="425830"/>
            <a:ext cx="129092" cy="369332"/>
          </a:xfrm>
          <a:prstGeom prst="rect">
            <a:avLst/>
          </a:prstGeom>
          <a:solidFill>
            <a:srgbClr val="424C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5981701" y="3204717"/>
            <a:ext cx="5244258" cy="2660895"/>
            <a:chOff x="7104112" y="3573016"/>
            <a:chExt cx="4872944" cy="2256623"/>
          </a:xfrm>
        </p:grpSpPr>
        <p:graphicFrame>
          <p:nvGraphicFramePr>
            <p:cNvPr id="5" name="内容占位符 7"/>
            <p:cNvGraphicFramePr>
              <a:graphicFrameLocks/>
            </p:cNvGraphicFramePr>
            <p:nvPr>
              <p:extLst>
                <p:ext uri="{D42A27DB-BD31-4B8C-83A1-F6EECF244321}">
                  <p14:modId xmlns:p14="http://schemas.microsoft.com/office/powerpoint/2010/main" val="443605740"/>
                </p:ext>
              </p:extLst>
            </p:nvPr>
          </p:nvGraphicFramePr>
          <p:xfrm>
            <a:off x="7104112" y="3573016"/>
            <a:ext cx="4482940" cy="1909606"/>
          </p:xfrm>
          <a:graphic>
            <a:graphicData uri="http://schemas.openxmlformats.org/drawingml/2006/table">
              <a:tbl>
                <a:tblPr firstRow="1" firstCol="1" bandRow="1">
                  <a:tableStyleId>{7DF18680-E054-41AD-8BC1-D1AEF772440D}</a:tableStyleId>
                </a:tblPr>
                <a:tblGrid>
                  <a:gridCol w="1105439">
                    <a:extLst>
                      <a:ext uri="{9D8B030D-6E8A-4147-A177-3AD203B41FA5}">
                        <a16:colId xmlns:a16="http://schemas.microsoft.com/office/drawing/2014/main" xmlns="" val="20000"/>
                      </a:ext>
                    </a:extLst>
                  </a:gridCol>
                  <a:gridCol w="1558857">
                    <a:extLst>
                      <a:ext uri="{9D8B030D-6E8A-4147-A177-3AD203B41FA5}">
                        <a16:colId xmlns:a16="http://schemas.microsoft.com/office/drawing/2014/main" xmlns="" val="20001"/>
                      </a:ext>
                    </a:extLst>
                  </a:gridCol>
                  <a:gridCol w="2160240">
                    <a:extLst>
                      <a:ext uri="{9D8B030D-6E8A-4147-A177-3AD203B41FA5}">
                        <a16:colId xmlns:a16="http://schemas.microsoft.com/office/drawing/2014/main" xmlns="" val="20002"/>
                      </a:ext>
                    </a:extLst>
                  </a:gridCol>
                </a:tblGrid>
                <a:tr h="336709">
                  <a:tc>
                    <a:txBody>
                      <a:bodyPr/>
                      <a:lstStyle/>
                      <a:p>
                        <a:pPr algn="ctr">
                          <a:spcAft>
                            <a:spcPts val="0"/>
                          </a:spcAft>
                        </a:pPr>
                        <a:r>
                          <a:rPr lang="zh-CN" sz="1200" kern="100" dirty="0">
                            <a:effectLst/>
                          </a:rPr>
                          <a:t>参数</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200" kern="100" dirty="0">
                            <a:effectLst/>
                          </a:rPr>
                          <a:t>性能指标</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altLang="en-US" sz="1200" kern="100" dirty="0">
                            <a:effectLst/>
                          </a:rPr>
                          <a:t>备注</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xmlns="" val="10000"/>
                    </a:ext>
                  </a:extLst>
                </a:tr>
                <a:tr h="336709">
                  <a:tc>
                    <a:txBody>
                      <a:bodyPr/>
                      <a:lstStyle/>
                      <a:p>
                        <a:pPr algn="ctr">
                          <a:spcAft>
                            <a:spcPts val="0"/>
                          </a:spcAft>
                        </a:pPr>
                        <a:r>
                          <a:rPr lang="zh-CN" sz="1050" kern="100" dirty="0">
                            <a:effectLst/>
                          </a:rPr>
                          <a:t>单体电压</a:t>
                        </a:r>
                        <a:endParaRPr lang="zh-CN" sz="105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200" kern="100" dirty="0">
                            <a:effectLst/>
                          </a:rPr>
                          <a:t>±</a:t>
                        </a:r>
                        <a:r>
                          <a:rPr lang="en-US" altLang="zh-CN" sz="1200" kern="100" dirty="0">
                            <a:effectLst/>
                          </a:rPr>
                          <a:t>0.5% FS</a:t>
                        </a: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1200" kern="100" dirty="0">
                            <a:effectLst/>
                          </a:rPr>
                          <a:t>±</a:t>
                        </a:r>
                        <a:r>
                          <a:rPr lang="en-US" altLang="zh-CN" sz="1200" kern="100" dirty="0">
                            <a:effectLst/>
                          </a:rPr>
                          <a:t>1% FS</a:t>
                        </a:r>
                        <a:endParaRPr lang="zh-CN" alt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altLang="en-US" sz="1200" kern="100" dirty="0">
                            <a:effectLst/>
                          </a:rPr>
                          <a:t>锂离子</a:t>
                        </a:r>
                        <a:r>
                          <a:rPr lang="zh-CN" altLang="zh-CN" sz="1200" kern="100" dirty="0">
                            <a:effectLst/>
                          </a:rPr>
                          <a:t>±</a:t>
                        </a:r>
                        <a:r>
                          <a:rPr lang="en-US" altLang="zh-CN" sz="1200" kern="100" dirty="0">
                            <a:effectLst/>
                          </a:rPr>
                          <a:t>10mV Max</a:t>
                        </a:r>
                      </a:p>
                      <a:p>
                        <a:pPr algn="l">
                          <a:spcAft>
                            <a:spcPts val="0"/>
                          </a:spcAft>
                        </a:pPr>
                        <a:r>
                          <a:rPr lang="zh-CN" altLang="en-US" sz="1200" kern="100" dirty="0">
                            <a:effectLst/>
                          </a:rPr>
                          <a:t>镍氢</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xmlns="" val="10001"/>
                    </a:ext>
                  </a:extLst>
                </a:tr>
                <a:tr h="336709">
                  <a:tc>
                    <a:txBody>
                      <a:bodyPr/>
                      <a:lstStyle/>
                      <a:p>
                        <a:pPr algn="ctr">
                          <a:spcAft>
                            <a:spcPts val="0"/>
                          </a:spcAft>
                        </a:pPr>
                        <a:r>
                          <a:rPr lang="zh-CN" sz="1050" kern="100" dirty="0">
                            <a:effectLst/>
                          </a:rPr>
                          <a:t>电池温度</a:t>
                        </a:r>
                        <a:endParaRPr lang="zh-CN" sz="105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200" kern="100" dirty="0">
                            <a:effectLst/>
                          </a:rPr>
                          <a:t>±</a:t>
                        </a:r>
                        <a:r>
                          <a:rPr lang="en-US" sz="1200" kern="100" dirty="0">
                            <a:effectLst/>
                          </a:rPr>
                          <a:t>2</a:t>
                        </a:r>
                        <a:r>
                          <a:rPr lang="zh-CN" sz="1200" kern="100" dirty="0">
                            <a:effectLst/>
                          </a:rPr>
                          <a:t>℃</a:t>
                        </a:r>
                        <a:endParaRPr lang="en-US" altLang="zh-CN" sz="1200" kern="100" dirty="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1200" kern="100" dirty="0">
                            <a:effectLst/>
                          </a:rPr>
                          <a:t>±</a:t>
                        </a:r>
                        <a:r>
                          <a:rPr lang="en-US" altLang="zh-CN" sz="1200" kern="100" dirty="0">
                            <a:effectLst/>
                          </a:rPr>
                          <a:t>3</a:t>
                        </a:r>
                        <a:r>
                          <a:rPr lang="zh-CN" altLang="zh-CN" sz="1200" kern="100" dirty="0">
                            <a:effectLst/>
                          </a:rPr>
                          <a:t>℃</a:t>
                        </a:r>
                        <a:endParaRPr lang="zh-CN" alt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en-US" altLang="zh-CN" sz="1200" kern="100" dirty="0">
                            <a:effectLst/>
                          </a:rPr>
                          <a:t>-20</a:t>
                        </a:r>
                        <a:r>
                          <a:rPr lang="zh-CN" altLang="zh-CN" sz="1200" kern="100" dirty="0">
                            <a:effectLst/>
                          </a:rPr>
                          <a:t>℃</a:t>
                        </a:r>
                        <a:r>
                          <a:rPr lang="en-US" altLang="zh-CN" sz="1200" kern="100" dirty="0">
                            <a:effectLst/>
                          </a:rPr>
                          <a:t>~60</a:t>
                        </a:r>
                        <a:r>
                          <a:rPr lang="zh-CN" altLang="zh-CN" sz="1200" kern="100" dirty="0">
                            <a:effectLst/>
                          </a:rPr>
                          <a:t>℃</a:t>
                        </a:r>
                        <a:endParaRPr lang="en-US" altLang="zh-CN" sz="1200" kern="100" dirty="0">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a:effectLst/>
                          </a:rPr>
                          <a:t>-40</a:t>
                        </a:r>
                        <a:r>
                          <a:rPr lang="zh-CN" altLang="zh-CN" sz="1200" kern="100" dirty="0">
                            <a:effectLst/>
                          </a:rPr>
                          <a:t>℃</a:t>
                        </a:r>
                        <a:r>
                          <a:rPr lang="en-US" altLang="zh-CN" sz="1200" kern="100" dirty="0">
                            <a:effectLst/>
                          </a:rPr>
                          <a:t>~-20</a:t>
                        </a:r>
                        <a:r>
                          <a:rPr lang="zh-CN" altLang="zh-CN" sz="1200" kern="100" dirty="0">
                            <a:effectLst/>
                          </a:rPr>
                          <a:t>℃</a:t>
                        </a:r>
                        <a:r>
                          <a:rPr lang="en-US" altLang="zh-CN" sz="1200" kern="100" dirty="0">
                            <a:effectLst/>
                          </a:rPr>
                          <a:t> &amp; 60</a:t>
                        </a:r>
                        <a:r>
                          <a:rPr lang="zh-CN" altLang="zh-CN" sz="1200" kern="100" dirty="0">
                            <a:effectLst/>
                          </a:rPr>
                          <a:t>℃</a:t>
                        </a:r>
                        <a:r>
                          <a:rPr lang="en-US" altLang="zh-CN" sz="1200" kern="100" dirty="0">
                            <a:effectLst/>
                          </a:rPr>
                          <a:t>~125</a:t>
                        </a:r>
                        <a:r>
                          <a:rPr lang="zh-CN" altLang="zh-CN" sz="1200" kern="100" dirty="0">
                            <a:effectLst/>
                          </a:rPr>
                          <a:t>℃</a:t>
                        </a:r>
                        <a:r>
                          <a:rPr lang="en-US" altLang="zh-CN" sz="1200" kern="100" dirty="0">
                            <a:effectLst/>
                          </a:rPr>
                          <a:t> </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xmlns="" val="10002"/>
                    </a:ext>
                  </a:extLst>
                </a:tr>
                <a:tr h="336709">
                  <a:tc>
                    <a:txBody>
                      <a:bodyPr/>
                      <a:lstStyle/>
                      <a:p>
                        <a:pPr algn="ctr">
                          <a:spcAft>
                            <a:spcPts val="0"/>
                          </a:spcAft>
                        </a:pPr>
                        <a:r>
                          <a:rPr lang="zh-CN" altLang="en-US" sz="1050" kern="100" dirty="0">
                            <a:effectLst/>
                          </a:rPr>
                          <a:t>总压</a:t>
                        </a:r>
                        <a:endParaRPr lang="zh-CN" sz="105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altLang="zh-CN" sz="1200" kern="100" dirty="0">
                            <a:effectLst/>
                          </a:rPr>
                          <a:t>±</a:t>
                        </a:r>
                        <a:r>
                          <a:rPr lang="en-US" sz="1200" kern="100" dirty="0">
                            <a:effectLst/>
                          </a:rPr>
                          <a:t>2% FS</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altLang="zh-CN" sz="1200" kern="100" dirty="0">
                            <a:effectLst/>
                          </a:rPr>
                          <a:t>±</a:t>
                        </a:r>
                        <a:r>
                          <a:rPr lang="en-US" altLang="zh-CN" sz="1200" kern="100" dirty="0">
                            <a:effectLst/>
                          </a:rPr>
                          <a:t>5V Max</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xmlns="" val="10003"/>
                    </a:ext>
                  </a:extLst>
                </a:tr>
                <a:tr h="336709">
                  <a:tc>
                    <a:txBody>
                      <a:bodyPr/>
                      <a:lstStyle/>
                      <a:p>
                        <a:pPr algn="ctr">
                          <a:spcAft>
                            <a:spcPts val="0"/>
                          </a:spcAft>
                        </a:pPr>
                        <a:r>
                          <a:rPr lang="zh-CN" sz="1050" kern="100" dirty="0">
                            <a:effectLst/>
                          </a:rPr>
                          <a:t>电流</a:t>
                        </a:r>
                        <a:endParaRPr lang="zh-CN" sz="105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altLang="zh-CN" sz="1200" kern="100" dirty="0">
                            <a:effectLst/>
                          </a:rPr>
                          <a:t>±</a:t>
                        </a:r>
                        <a:r>
                          <a:rPr lang="en-US" altLang="zh-CN" sz="1200" kern="100" dirty="0">
                            <a:effectLst/>
                          </a:rPr>
                          <a:t>2% FS</a:t>
                        </a:r>
                      </a:p>
                      <a:p>
                        <a:pPr algn="ctr">
                          <a:spcAft>
                            <a:spcPts val="0"/>
                          </a:spcAft>
                        </a:pPr>
                        <a:r>
                          <a:rPr lang="zh-CN" altLang="zh-CN" sz="1200" kern="100" dirty="0">
                            <a:effectLst/>
                          </a:rPr>
                          <a:t>±</a:t>
                        </a:r>
                        <a:r>
                          <a:rPr lang="en-US" altLang="zh-CN" sz="1200" kern="100" dirty="0">
                            <a:effectLst/>
                          </a:rPr>
                          <a:t>3% FS</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altLang="en-US" sz="1200" kern="100" dirty="0">
                            <a:effectLst/>
                          </a:rPr>
                          <a:t>锂离子</a:t>
                        </a:r>
                        <a:endParaRPr lang="en-US" altLang="zh-CN" sz="1200" kern="100" dirty="0">
                          <a:effectLst/>
                        </a:endParaRPr>
                      </a:p>
                      <a:p>
                        <a:pPr algn="l">
                          <a:spcAft>
                            <a:spcPts val="0"/>
                          </a:spcAft>
                        </a:pPr>
                        <a:r>
                          <a:rPr lang="zh-CN" altLang="en-US" sz="1200" kern="100" dirty="0">
                            <a:effectLst/>
                          </a:rPr>
                          <a:t>镍氢</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xmlns="" val="10004"/>
                    </a:ext>
                  </a:extLst>
                </a:tr>
                <a:tr h="481012">
                  <a:tc>
                    <a:txBody>
                      <a:bodyPr/>
                      <a:lstStyle/>
                      <a:p>
                        <a:pPr algn="ctr">
                          <a:spcAft>
                            <a:spcPts val="0"/>
                          </a:spcAft>
                        </a:pPr>
                        <a:r>
                          <a:rPr lang="zh-CN" sz="1050" kern="100" dirty="0">
                            <a:effectLst/>
                          </a:rPr>
                          <a:t>绝缘检测</a:t>
                        </a:r>
                        <a:endParaRPr lang="zh-CN" sz="105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altLang="zh-CN" sz="1200" kern="100" dirty="0">
                            <a:effectLst/>
                          </a:rPr>
                          <a:t>±</a:t>
                        </a:r>
                        <a:r>
                          <a:rPr lang="en-US" altLang="zh-CN" sz="1200" kern="100" dirty="0">
                            <a:effectLst/>
                          </a:rPr>
                          <a:t>20% </a:t>
                        </a:r>
                      </a:p>
                      <a:p>
                        <a:pPr algn="ctr">
                          <a:spcAft>
                            <a:spcPts val="0"/>
                          </a:spcAft>
                        </a:pPr>
                        <a:r>
                          <a:rPr lang="zh-CN" altLang="zh-CN" sz="1200" kern="100" dirty="0">
                            <a:effectLst/>
                          </a:rPr>
                          <a:t>±</a:t>
                        </a:r>
                        <a:r>
                          <a:rPr lang="en-US" altLang="zh-CN" sz="1200" kern="100" dirty="0">
                            <a:effectLst/>
                          </a:rPr>
                          <a:t>30% </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en-US" altLang="zh-CN" sz="1200" kern="100" dirty="0">
                            <a:effectLst/>
                          </a:rPr>
                          <a:t>400V</a:t>
                        </a:r>
                        <a:r>
                          <a:rPr lang="zh-CN" altLang="en-US" sz="1200" kern="100" dirty="0">
                            <a:effectLst/>
                          </a:rPr>
                          <a:t>以上</a:t>
                        </a:r>
                        <a:endParaRPr lang="en-US" altLang="zh-CN" sz="1200" kern="100" dirty="0">
                          <a:effectLst/>
                        </a:endParaRPr>
                      </a:p>
                      <a:p>
                        <a:pPr algn="l">
                          <a:spcAft>
                            <a:spcPts val="0"/>
                          </a:spcAft>
                        </a:pPr>
                        <a:r>
                          <a:rPr lang="en-US" altLang="zh-CN" sz="1200" kern="100" dirty="0">
                            <a:effectLst/>
                          </a:rPr>
                          <a:t>400V</a:t>
                        </a:r>
                        <a:r>
                          <a:rPr lang="zh-CN" altLang="en-US" sz="1200" kern="100" dirty="0">
                            <a:effectLst/>
                          </a:rPr>
                          <a:t>以下</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xmlns="" val="10005"/>
                    </a:ext>
                  </a:extLst>
                </a:tr>
              </a:tbl>
            </a:graphicData>
          </a:graphic>
        </p:graphicFrame>
        <p:sp>
          <p:nvSpPr>
            <p:cNvPr id="6" name="矩形 5"/>
            <p:cNvSpPr/>
            <p:nvPr/>
          </p:nvSpPr>
          <p:spPr>
            <a:xfrm>
              <a:off x="8880712" y="5552640"/>
              <a:ext cx="3096344" cy="276999"/>
            </a:xfrm>
            <a:prstGeom prst="rect">
              <a:avLst/>
            </a:prstGeom>
          </p:spPr>
          <p:txBody>
            <a:bodyPr wrap="square">
              <a:spAutoFit/>
            </a:bodyPr>
            <a:lstStyle/>
            <a:p>
              <a:r>
                <a:rPr lang="en-US" altLang="zh-CN" sz="1200" dirty="0">
                  <a:latin typeface="微软雅黑" panose="020B0503020204020204" pitchFamily="34" charset="-122"/>
                  <a:ea typeface="微软雅黑" panose="020B0503020204020204" pitchFamily="34" charset="-122"/>
                </a:rPr>
                <a:t>GBT 《</a:t>
              </a:r>
              <a:r>
                <a:rPr lang="zh-CN" altLang="en-US" sz="1200" dirty="0">
                  <a:latin typeface="微软雅黑" panose="020B0503020204020204" pitchFamily="34" charset="-122"/>
                  <a:ea typeface="微软雅黑" panose="020B0503020204020204" pitchFamily="34" charset="-122"/>
                </a:rPr>
                <a:t>电动汽车用电池管理系统技术条件</a:t>
              </a:r>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p:txBody>
        </p:sp>
      </p:grpSp>
      <p:sp>
        <p:nvSpPr>
          <p:cNvPr id="2" name="矩形 1"/>
          <p:cNvSpPr/>
          <p:nvPr/>
        </p:nvSpPr>
        <p:spPr>
          <a:xfrm>
            <a:off x="5345969" y="1186240"/>
            <a:ext cx="6096000" cy="1754326"/>
          </a:xfrm>
          <a:prstGeom prst="rect">
            <a:avLst/>
          </a:prstGeom>
        </p:spPr>
        <p:txBody>
          <a:bodyPr>
            <a:spAutoFit/>
          </a:bodyPr>
          <a:lstStyle/>
          <a:p>
            <a:pPr lvl="1" indent="457200">
              <a:lnSpc>
                <a:spcPct val="150000"/>
              </a:lnSpc>
            </a:pPr>
            <a:r>
              <a:rPr lang="zh-CN" altLang="en-US" dirty="0">
                <a:latin typeface="微软雅黑" panose="020B0503020204020204" pitchFamily="34" charset="-122"/>
                <a:ea typeface="微软雅黑" panose="020B0503020204020204" pitchFamily="34" charset="-122"/>
              </a:rPr>
              <a:t>能有效对电池系统的单体电压、电流、温度、绝缘阻值等参数进行测量，测量精度及频率应在常规工况及恶劣极端工况下均满足国家标准要求，同时采样电路具有保护机制，避免高压短路</a:t>
            </a:r>
            <a:r>
              <a:rPr lang="zh-CN" altLang="en-US" dirty="0" smtClean="0">
                <a:latin typeface="微软雅黑" panose="020B0503020204020204" pitchFamily="34" charset="-122"/>
                <a:ea typeface="微软雅黑" panose="020B0503020204020204" pitchFamily="34" charset="-122"/>
              </a:rPr>
              <a:t>故障。</a:t>
            </a:r>
            <a:endParaRPr lang="zh-CN" altLang="en-US" dirty="0">
              <a:latin typeface="微软雅黑" panose="020B0503020204020204" pitchFamily="34" charset="-122"/>
              <a:ea typeface="微软雅黑" panose="020B0503020204020204" pitchFamily="34" charset="-122"/>
            </a:endParaRPr>
          </a:p>
        </p:txBody>
      </p:sp>
      <p:sp>
        <p:nvSpPr>
          <p:cNvPr id="8" name="内容占位符 1"/>
          <p:cNvSpPr>
            <a:spLocks noGrp="1"/>
          </p:cNvSpPr>
          <p:nvPr>
            <p:ph sz="quarter" idx="4294967295"/>
          </p:nvPr>
        </p:nvSpPr>
        <p:spPr>
          <a:xfrm>
            <a:off x="0" y="1186240"/>
            <a:ext cx="5520184" cy="4516060"/>
          </a:xfrm>
          <a:prstGeom prst="rect">
            <a:avLst/>
          </a:prstGeom>
        </p:spPr>
        <p:txBody>
          <a:bodyPr>
            <a:normAutofit/>
          </a:bodyPr>
          <a:lstStyle/>
          <a:p>
            <a:pPr marL="457200" lvl="1" indent="457200">
              <a:lnSpc>
                <a:spcPct val="130000"/>
              </a:lnSpc>
              <a:spcAft>
                <a:spcPts val="600"/>
              </a:spcAft>
              <a:buNone/>
            </a:pPr>
            <a:r>
              <a:rPr lang="zh-CN" altLang="en-US" dirty="0" smtClean="0">
                <a:latin typeface="微软雅黑" panose="020B0503020204020204" pitchFamily="34" charset="-122"/>
                <a:ea typeface="微软雅黑" panose="020B0503020204020204" pitchFamily="34" charset="-122"/>
              </a:rPr>
              <a:t>电池</a:t>
            </a:r>
            <a:r>
              <a:rPr lang="zh-CN" altLang="en-US" dirty="0">
                <a:latin typeface="微软雅黑" panose="020B0503020204020204" pitchFamily="34" charset="-122"/>
                <a:ea typeface="微软雅黑" panose="020B0503020204020204" pitchFamily="34" charset="-122"/>
              </a:rPr>
              <a:t>状态检测是</a:t>
            </a:r>
            <a:r>
              <a:rPr lang="en-US" altLang="zh-CN" dirty="0">
                <a:latin typeface="微软雅黑" panose="020B0503020204020204" pitchFamily="34" charset="-122"/>
                <a:ea typeface="微软雅黑" panose="020B0503020204020204" pitchFamily="34" charset="-122"/>
              </a:rPr>
              <a:t>BMS</a:t>
            </a:r>
            <a:r>
              <a:rPr lang="zh-CN" altLang="en-US" dirty="0">
                <a:latin typeface="微软雅黑" panose="020B0503020204020204" pitchFamily="34" charset="-122"/>
                <a:ea typeface="微软雅黑" panose="020B0503020204020204" pitchFamily="34" charset="-122"/>
              </a:rPr>
              <a:t>最基本功能，是其他各项功能的前提和基础</a:t>
            </a:r>
            <a:endParaRPr lang="en-US" altLang="zh-CN" dirty="0">
              <a:latin typeface="微软雅黑" panose="020B0503020204020204" pitchFamily="34" charset="-122"/>
              <a:ea typeface="微软雅黑" panose="020B0503020204020204" pitchFamily="34" charset="-122"/>
            </a:endParaRPr>
          </a:p>
          <a:p>
            <a:pPr lvl="2">
              <a:lnSpc>
                <a:spcPct val="130000"/>
              </a:lnSpc>
              <a:spcAft>
                <a:spcPts val="600"/>
              </a:spcAft>
            </a:pPr>
            <a:r>
              <a:rPr lang="zh-CN" altLang="en-US" dirty="0">
                <a:latin typeface="微软雅黑" panose="020B0503020204020204" pitchFamily="34" charset="-122"/>
                <a:ea typeface="微软雅黑" panose="020B0503020204020204" pitchFamily="34" charset="-122"/>
              </a:rPr>
              <a:t>单体电压</a:t>
            </a:r>
            <a:endParaRPr lang="en-US" altLang="zh-CN" dirty="0">
              <a:latin typeface="微软雅黑" panose="020B0503020204020204" pitchFamily="34" charset="-122"/>
              <a:ea typeface="微软雅黑" panose="020B0503020204020204" pitchFamily="34" charset="-122"/>
            </a:endParaRPr>
          </a:p>
          <a:p>
            <a:pPr lvl="2">
              <a:lnSpc>
                <a:spcPct val="130000"/>
              </a:lnSpc>
              <a:spcAft>
                <a:spcPts val="600"/>
              </a:spcAft>
            </a:pPr>
            <a:r>
              <a:rPr lang="zh-CN" altLang="en-US" dirty="0">
                <a:latin typeface="微软雅黑" panose="020B0503020204020204" pitchFamily="34" charset="-122"/>
                <a:ea typeface="微软雅黑" panose="020B0503020204020204" pitchFamily="34" charset="-122"/>
              </a:rPr>
              <a:t>总压</a:t>
            </a:r>
            <a:endParaRPr lang="en-US" altLang="zh-CN" dirty="0">
              <a:latin typeface="微软雅黑" panose="020B0503020204020204" pitchFamily="34" charset="-122"/>
              <a:ea typeface="微软雅黑" panose="020B0503020204020204" pitchFamily="34" charset="-122"/>
            </a:endParaRPr>
          </a:p>
          <a:p>
            <a:pPr lvl="2">
              <a:lnSpc>
                <a:spcPct val="130000"/>
              </a:lnSpc>
              <a:spcAft>
                <a:spcPts val="600"/>
              </a:spcAft>
            </a:pPr>
            <a:r>
              <a:rPr lang="zh-CN" altLang="en-US" dirty="0">
                <a:latin typeface="微软雅黑" panose="020B0503020204020204" pitchFamily="34" charset="-122"/>
                <a:ea typeface="微软雅黑" panose="020B0503020204020204" pitchFamily="34" charset="-122"/>
              </a:rPr>
              <a:t>电流</a:t>
            </a:r>
            <a:endParaRPr lang="en-US" altLang="zh-CN" dirty="0">
              <a:latin typeface="微软雅黑" panose="020B0503020204020204" pitchFamily="34" charset="-122"/>
              <a:ea typeface="微软雅黑" panose="020B0503020204020204" pitchFamily="34" charset="-122"/>
            </a:endParaRPr>
          </a:p>
          <a:p>
            <a:pPr lvl="2">
              <a:lnSpc>
                <a:spcPct val="130000"/>
              </a:lnSpc>
              <a:spcAft>
                <a:spcPts val="600"/>
              </a:spcAft>
            </a:pPr>
            <a:r>
              <a:rPr lang="zh-CN" altLang="en-US" dirty="0">
                <a:latin typeface="微软雅黑" panose="020B0503020204020204" pitchFamily="34" charset="-122"/>
                <a:ea typeface="微软雅黑" panose="020B0503020204020204" pitchFamily="34" charset="-122"/>
              </a:rPr>
              <a:t>温度</a:t>
            </a:r>
            <a:endParaRPr lang="en-US" altLang="zh-CN" dirty="0">
              <a:latin typeface="微软雅黑" panose="020B0503020204020204" pitchFamily="34" charset="-122"/>
              <a:ea typeface="微软雅黑" panose="020B0503020204020204" pitchFamily="34" charset="-122"/>
            </a:endParaRPr>
          </a:p>
          <a:p>
            <a:pPr lvl="2">
              <a:lnSpc>
                <a:spcPct val="130000"/>
              </a:lnSpc>
              <a:spcAft>
                <a:spcPts val="600"/>
              </a:spcAft>
            </a:pPr>
            <a:r>
              <a:rPr lang="zh-CN" altLang="en-US" dirty="0">
                <a:latin typeface="微软雅黑" panose="020B0503020204020204" pitchFamily="34" charset="-122"/>
                <a:ea typeface="微软雅黑" panose="020B0503020204020204" pitchFamily="34" charset="-122"/>
              </a:rPr>
              <a:t>绝缘阻值等</a:t>
            </a:r>
          </a:p>
        </p:txBody>
      </p:sp>
    </p:spTree>
    <p:extLst>
      <p:ext uri="{BB962C8B-B14F-4D97-AF65-F5344CB8AC3E}">
        <p14:creationId xmlns:p14="http://schemas.microsoft.com/office/powerpoint/2010/main" val="2724715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17">
            <a:extLst>
              <a:ext uri="{FF2B5EF4-FFF2-40B4-BE49-F238E27FC236}">
                <a16:creationId xmlns:a16="http://schemas.microsoft.com/office/drawing/2014/main" xmlns="" id="{69154672-B629-489A-AFC3-5BDBA4254A70}"/>
              </a:ext>
            </a:extLst>
          </p:cNvPr>
          <p:cNvSpPr txBox="1">
            <a:spLocks/>
          </p:cNvSpPr>
          <p:nvPr/>
        </p:nvSpPr>
        <p:spPr>
          <a:xfrm>
            <a:off x="190094" y="425830"/>
            <a:ext cx="3817473" cy="4168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400" kern="1200" dirty="0" smtClean="0">
                <a:solidFill>
                  <a:schemeClr val="tx1"/>
                </a:solidFill>
                <a:effectLst/>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000" kern="1200" dirty="0" smtClean="0">
                <a:solidFill>
                  <a:schemeClr val="tx1"/>
                </a:solidFill>
                <a:effectLst/>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effectLst/>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effectLst/>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600" kern="1200" dirty="0">
                <a:solidFill>
                  <a:schemeClr val="tx1"/>
                </a:solidFill>
                <a:effectLst/>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电池状态分析</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8" name="矩形 47">
            <a:extLst>
              <a:ext uri="{FF2B5EF4-FFF2-40B4-BE49-F238E27FC236}">
                <a16:creationId xmlns:a16="http://schemas.microsoft.com/office/drawing/2014/main" xmlns="" id="{35654E17-1864-4C97-9F64-FF6AF7BFDC72}"/>
              </a:ext>
            </a:extLst>
          </p:cNvPr>
          <p:cNvSpPr/>
          <p:nvPr/>
        </p:nvSpPr>
        <p:spPr>
          <a:xfrm>
            <a:off x="0" y="425830"/>
            <a:ext cx="129092" cy="369332"/>
          </a:xfrm>
          <a:prstGeom prst="rect">
            <a:avLst/>
          </a:prstGeom>
          <a:solidFill>
            <a:srgbClr val="424C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内容占位符 1"/>
          <p:cNvSpPr>
            <a:spLocks noGrp="1"/>
          </p:cNvSpPr>
          <p:nvPr>
            <p:ph sz="quarter" idx="4294967295"/>
          </p:nvPr>
        </p:nvSpPr>
        <p:spPr>
          <a:xfrm>
            <a:off x="0" y="1043950"/>
            <a:ext cx="5036457" cy="5280650"/>
          </a:xfrm>
          <a:prstGeom prst="rect">
            <a:avLst/>
          </a:prstGeom>
        </p:spPr>
        <p:txBody>
          <a:bodyPr>
            <a:normAutofit/>
          </a:bodyPr>
          <a:lstStyle/>
          <a:p>
            <a:pPr marL="457200" lvl="1" indent="457200">
              <a:lnSpc>
                <a:spcPct val="140000"/>
              </a:lnSpc>
              <a:buNone/>
            </a:pPr>
            <a:r>
              <a:rPr lang="zh-CN" altLang="en-US" sz="1800" dirty="0" smtClean="0">
                <a:latin typeface="微软雅黑" panose="020B0503020204020204" pitchFamily="34" charset="-122"/>
                <a:ea typeface="微软雅黑" panose="020B0503020204020204" pitchFamily="34" charset="-122"/>
              </a:rPr>
              <a:t>电池</a:t>
            </a:r>
            <a:r>
              <a:rPr lang="zh-CN" altLang="en-US" sz="1800" dirty="0">
                <a:latin typeface="微软雅黑" panose="020B0503020204020204" pitchFamily="34" charset="-122"/>
                <a:ea typeface="微软雅黑" panose="020B0503020204020204" pitchFamily="34" charset="-122"/>
              </a:rPr>
              <a:t>状态分析通常是指电池的剩余电量以及电池的劣化程度</a:t>
            </a:r>
            <a:endParaRPr lang="en-US" altLang="zh-CN" sz="1800" dirty="0">
              <a:latin typeface="微软雅黑" panose="020B0503020204020204" pitchFamily="34" charset="-122"/>
              <a:ea typeface="微软雅黑" panose="020B0503020204020204" pitchFamily="34" charset="-122"/>
            </a:endParaRPr>
          </a:p>
          <a:p>
            <a:pPr lvl="2">
              <a:lnSpc>
                <a:spcPct val="140000"/>
              </a:lnSpc>
            </a:pPr>
            <a:r>
              <a:rPr lang="en-US" altLang="zh-CN" sz="1600" b="1" dirty="0">
                <a:latin typeface="微软雅黑" panose="020B0503020204020204" pitchFamily="34" charset="-122"/>
                <a:ea typeface="微软雅黑" panose="020B0503020204020204" pitchFamily="34" charset="-122"/>
              </a:rPr>
              <a:t>SOC</a:t>
            </a:r>
            <a:r>
              <a:rPr lang="zh-CN" altLang="en-US" sz="1600" b="1" dirty="0">
                <a:latin typeface="微软雅黑" panose="020B0503020204020204" pitchFamily="34" charset="-122"/>
                <a:ea typeface="微软雅黑" panose="020B0503020204020204" pitchFamily="34" charset="-122"/>
              </a:rPr>
              <a:t>（</a:t>
            </a:r>
            <a:r>
              <a:rPr lang="en-US" altLang="zh-CN" sz="1600" b="1" dirty="0">
                <a:latin typeface="微软雅黑" panose="020B0503020204020204" pitchFamily="34" charset="-122"/>
                <a:ea typeface="微软雅黑" panose="020B0503020204020204" pitchFamily="34" charset="-122"/>
              </a:rPr>
              <a:t>state of charge</a:t>
            </a:r>
            <a:r>
              <a:rPr lang="zh-CN" altLang="en-US" sz="1600" b="1" dirty="0">
                <a:latin typeface="微软雅黑" panose="020B0503020204020204" pitchFamily="34" charset="-122"/>
                <a:ea typeface="微软雅黑" panose="020B0503020204020204" pitchFamily="34" charset="-122"/>
              </a:rPr>
              <a:t>）</a:t>
            </a:r>
            <a:endParaRPr lang="en-US" altLang="zh-CN" sz="1600" b="1" dirty="0">
              <a:latin typeface="微软雅黑" panose="020B0503020204020204" pitchFamily="34" charset="-122"/>
              <a:ea typeface="微软雅黑" panose="020B0503020204020204" pitchFamily="34" charset="-122"/>
            </a:endParaRPr>
          </a:p>
          <a:p>
            <a:pPr lvl="3">
              <a:lnSpc>
                <a:spcPct val="140000"/>
              </a:lnSpc>
            </a:pPr>
            <a:r>
              <a:rPr lang="zh-CN" altLang="en-US" sz="1400" dirty="0">
                <a:latin typeface="微软雅黑" panose="020B0503020204020204" pitchFamily="34" charset="-122"/>
                <a:ea typeface="微软雅黑" panose="020B0503020204020204" pitchFamily="34" charset="-122"/>
              </a:rPr>
              <a:t>电池的剩余电量指标，相当于传统汽车的剩余油量</a:t>
            </a:r>
            <a:endParaRPr lang="en-US" altLang="zh-CN" sz="1400" dirty="0">
              <a:latin typeface="微软雅黑" panose="020B0503020204020204" pitchFamily="34" charset="-122"/>
              <a:ea typeface="微软雅黑" panose="020B0503020204020204" pitchFamily="34" charset="-122"/>
            </a:endParaRPr>
          </a:p>
          <a:p>
            <a:pPr lvl="2">
              <a:lnSpc>
                <a:spcPct val="140000"/>
              </a:lnSpc>
            </a:pPr>
            <a:r>
              <a:rPr lang="en-US" altLang="zh-CN" sz="1600" b="1" dirty="0">
                <a:latin typeface="微软雅黑" panose="020B0503020204020204" pitchFamily="34" charset="-122"/>
                <a:ea typeface="微软雅黑" panose="020B0503020204020204" pitchFamily="34" charset="-122"/>
              </a:rPr>
              <a:t>SOH</a:t>
            </a:r>
            <a:r>
              <a:rPr lang="zh-CN" altLang="en-US" sz="1600" b="1" dirty="0">
                <a:latin typeface="微软雅黑" panose="020B0503020204020204" pitchFamily="34" charset="-122"/>
                <a:ea typeface="微软雅黑" panose="020B0503020204020204" pitchFamily="34" charset="-122"/>
              </a:rPr>
              <a:t>（</a:t>
            </a:r>
            <a:r>
              <a:rPr lang="en-US" altLang="zh-CN" sz="1600" b="1" dirty="0">
                <a:latin typeface="微软雅黑" panose="020B0503020204020204" pitchFamily="34" charset="-122"/>
                <a:ea typeface="微软雅黑" panose="020B0503020204020204" pitchFamily="34" charset="-122"/>
              </a:rPr>
              <a:t> state of health</a:t>
            </a:r>
            <a:r>
              <a:rPr lang="zh-CN" altLang="en-US" sz="1600" b="1" dirty="0">
                <a:latin typeface="微软雅黑" panose="020B0503020204020204" pitchFamily="34" charset="-122"/>
                <a:ea typeface="微软雅黑" panose="020B0503020204020204" pitchFamily="34" charset="-122"/>
              </a:rPr>
              <a:t>）</a:t>
            </a:r>
            <a:endParaRPr lang="en-US" altLang="zh-CN" sz="1600" b="1" dirty="0">
              <a:latin typeface="微软雅黑" panose="020B0503020204020204" pitchFamily="34" charset="-122"/>
              <a:ea typeface="微软雅黑" panose="020B0503020204020204" pitchFamily="34" charset="-122"/>
            </a:endParaRPr>
          </a:p>
          <a:p>
            <a:pPr lvl="3">
              <a:lnSpc>
                <a:spcPct val="140000"/>
              </a:lnSpc>
            </a:pPr>
            <a:r>
              <a:rPr lang="zh-CN" altLang="en-US" sz="1400" dirty="0">
                <a:latin typeface="微软雅黑" panose="020B0503020204020204" pitchFamily="34" charset="-122"/>
                <a:ea typeface="微软雅黑" panose="020B0503020204020204" pitchFamily="34" charset="-122"/>
              </a:rPr>
              <a:t>电池的性能指标</a:t>
            </a:r>
            <a:endParaRPr lang="en-US" altLang="zh-CN" sz="1400" dirty="0">
              <a:latin typeface="微软雅黑" panose="020B0503020204020204" pitchFamily="34" charset="-122"/>
              <a:ea typeface="微软雅黑" panose="020B0503020204020204" pitchFamily="34" charset="-122"/>
            </a:endParaRPr>
          </a:p>
          <a:p>
            <a:pPr lvl="2">
              <a:lnSpc>
                <a:spcPct val="140000"/>
              </a:lnSpc>
            </a:pPr>
            <a:r>
              <a:rPr lang="en-US" altLang="zh-CN" sz="1600" b="1" dirty="0">
                <a:latin typeface="微软雅黑" panose="020B0503020204020204" pitchFamily="34" charset="-122"/>
                <a:ea typeface="微软雅黑" panose="020B0503020204020204" pitchFamily="34" charset="-122"/>
              </a:rPr>
              <a:t>SOE</a:t>
            </a:r>
            <a:r>
              <a:rPr lang="zh-CN" altLang="en-US" sz="1600" b="1" dirty="0">
                <a:latin typeface="微软雅黑" panose="020B0503020204020204" pitchFamily="34" charset="-122"/>
                <a:ea typeface="微软雅黑" panose="020B0503020204020204" pitchFamily="34" charset="-122"/>
              </a:rPr>
              <a:t>（</a:t>
            </a:r>
            <a:r>
              <a:rPr lang="en-US" altLang="zh-CN" sz="1600" b="1" dirty="0">
                <a:latin typeface="微软雅黑" panose="020B0503020204020204" pitchFamily="34" charset="-122"/>
                <a:ea typeface="微软雅黑" panose="020B0503020204020204" pitchFamily="34" charset="-122"/>
              </a:rPr>
              <a:t>state of energy</a:t>
            </a:r>
            <a:r>
              <a:rPr lang="zh-CN" altLang="en-US" sz="1600" b="1" dirty="0">
                <a:latin typeface="微软雅黑" panose="020B0503020204020204" pitchFamily="34" charset="-122"/>
                <a:ea typeface="微软雅黑" panose="020B0503020204020204" pitchFamily="34" charset="-122"/>
              </a:rPr>
              <a:t>）</a:t>
            </a:r>
            <a:endParaRPr lang="en-US" altLang="zh-CN" sz="1600" b="1" dirty="0">
              <a:latin typeface="微软雅黑" panose="020B0503020204020204" pitchFamily="34" charset="-122"/>
              <a:ea typeface="微软雅黑" panose="020B0503020204020204" pitchFamily="34" charset="-122"/>
            </a:endParaRPr>
          </a:p>
          <a:p>
            <a:pPr lvl="3">
              <a:lnSpc>
                <a:spcPct val="140000"/>
              </a:lnSpc>
            </a:pPr>
            <a:r>
              <a:rPr lang="zh-CN" altLang="en-US" sz="1400" dirty="0">
                <a:latin typeface="微软雅黑" panose="020B0503020204020204" pitchFamily="34" charset="-122"/>
                <a:ea typeface="微软雅黑" panose="020B0503020204020204" pitchFamily="34" charset="-122"/>
              </a:rPr>
              <a:t>电池剩余能量（</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lvl="3">
              <a:lnSpc>
                <a:spcPct val="140000"/>
              </a:lnSpc>
            </a:pPr>
            <a:r>
              <a:rPr lang="en-US" altLang="zh-CN" sz="1400" dirty="0">
                <a:latin typeface="微软雅黑" panose="020B0503020204020204" pitchFamily="34" charset="-122"/>
                <a:ea typeface="微软雅黑" panose="020B0503020204020204" pitchFamily="34" charset="-122"/>
              </a:rPr>
              <a:t>SOE = f(SOC, T, I)</a:t>
            </a:r>
          </a:p>
          <a:p>
            <a:pPr lvl="2">
              <a:lnSpc>
                <a:spcPct val="140000"/>
              </a:lnSpc>
            </a:pPr>
            <a:r>
              <a:rPr lang="en-US" altLang="zh-CN" sz="1600" b="1" dirty="0">
                <a:latin typeface="微软雅黑" panose="020B0503020204020204" pitchFamily="34" charset="-122"/>
                <a:ea typeface="微软雅黑" panose="020B0503020204020204" pitchFamily="34" charset="-122"/>
              </a:rPr>
              <a:t>SOF</a:t>
            </a:r>
            <a:r>
              <a:rPr lang="zh-CN" altLang="en-US" sz="1600" b="1" dirty="0">
                <a:latin typeface="微软雅黑" panose="020B0503020204020204" pitchFamily="34" charset="-122"/>
                <a:ea typeface="微软雅黑" panose="020B0503020204020204" pitchFamily="34" charset="-122"/>
              </a:rPr>
              <a:t>（</a:t>
            </a:r>
            <a:r>
              <a:rPr lang="en-US" altLang="zh-CN" sz="1600" b="1" dirty="0">
                <a:latin typeface="微软雅黑" panose="020B0503020204020204" pitchFamily="34" charset="-122"/>
                <a:ea typeface="微软雅黑" panose="020B0503020204020204" pitchFamily="34" charset="-122"/>
              </a:rPr>
              <a:t>state of function</a:t>
            </a:r>
            <a:r>
              <a:rPr lang="zh-CN" altLang="en-US" sz="1600" b="1" dirty="0">
                <a:latin typeface="微软雅黑" panose="020B0503020204020204" pitchFamily="34" charset="-122"/>
                <a:ea typeface="微软雅黑" panose="020B0503020204020204" pitchFamily="34" charset="-122"/>
              </a:rPr>
              <a:t>）</a:t>
            </a:r>
            <a:endParaRPr lang="en-US" altLang="zh-CN" sz="1600" b="1" dirty="0">
              <a:latin typeface="微软雅黑" panose="020B0503020204020204" pitchFamily="34" charset="-122"/>
              <a:ea typeface="微软雅黑" panose="020B0503020204020204" pitchFamily="34" charset="-122"/>
            </a:endParaRPr>
          </a:p>
          <a:p>
            <a:pPr lvl="3">
              <a:lnSpc>
                <a:spcPct val="140000"/>
              </a:lnSpc>
            </a:pPr>
            <a:r>
              <a:rPr lang="zh-CN" altLang="en-US" sz="1400" dirty="0">
                <a:latin typeface="微软雅黑" panose="020B0503020204020204" pitchFamily="34" charset="-122"/>
                <a:ea typeface="微软雅黑" panose="020B0503020204020204" pitchFamily="34" charset="-122"/>
              </a:rPr>
              <a:t>电池组可以提供给电机等各种电气负载的功率</a:t>
            </a:r>
            <a:endParaRPr lang="en-US" altLang="zh-CN" sz="1400" dirty="0">
              <a:latin typeface="微软雅黑" panose="020B0503020204020204" pitchFamily="34" charset="-122"/>
              <a:ea typeface="微软雅黑" panose="020B0503020204020204" pitchFamily="34" charset="-122"/>
            </a:endParaRPr>
          </a:p>
          <a:p>
            <a:pPr lvl="3">
              <a:lnSpc>
                <a:spcPct val="140000"/>
              </a:lnSpc>
            </a:pPr>
            <a:r>
              <a:rPr lang="en-US" altLang="zh-CN" sz="1400" dirty="0">
                <a:latin typeface="微软雅黑" panose="020B0503020204020204" pitchFamily="34" charset="-122"/>
                <a:ea typeface="微软雅黑" panose="020B0503020204020204" pitchFamily="34" charset="-122"/>
              </a:rPr>
              <a:t>SOF = f(SOC, T)</a:t>
            </a:r>
          </a:p>
        </p:txBody>
      </p:sp>
      <p:sp>
        <p:nvSpPr>
          <p:cNvPr id="10" name="内容占位符 8"/>
          <p:cNvSpPr>
            <a:spLocks noGrp="1"/>
          </p:cNvSpPr>
          <p:nvPr>
            <p:ph sz="quarter" idx="4294967295"/>
          </p:nvPr>
        </p:nvSpPr>
        <p:spPr>
          <a:xfrm>
            <a:off x="5687666" y="1193041"/>
            <a:ext cx="5760640" cy="4847188"/>
          </a:xfrm>
          <a:prstGeom prst="rect">
            <a:avLst/>
          </a:prstGeom>
        </p:spPr>
        <p:txBody>
          <a:bodyPr>
            <a:noAutofit/>
          </a:bodyPr>
          <a:lstStyle/>
          <a:p>
            <a:pPr lvl="1">
              <a:lnSpc>
                <a:spcPct val="150000"/>
              </a:lnSpc>
            </a:pPr>
            <a:r>
              <a:rPr lang="zh-CN" altLang="en-US" sz="1800" dirty="0" smtClean="0">
                <a:latin typeface="微软雅黑" panose="020B0503020204020204" pitchFamily="34" charset="-122"/>
                <a:ea typeface="微软雅黑" panose="020B0503020204020204" pitchFamily="34" charset="-122"/>
              </a:rPr>
              <a:t>能</a:t>
            </a:r>
            <a:r>
              <a:rPr lang="zh-CN" altLang="en-US" sz="1800" dirty="0">
                <a:latin typeface="微软雅黑" panose="020B0503020204020204" pitchFamily="34" charset="-122"/>
                <a:ea typeface="微软雅黑" panose="020B0503020204020204" pitchFamily="34" charset="-122"/>
              </a:rPr>
              <a:t>准确计算电池系统 </a:t>
            </a:r>
            <a:r>
              <a:rPr lang="en-US" altLang="zh-CN" sz="1800" dirty="0">
                <a:latin typeface="微软雅黑" panose="020B0503020204020204" pitchFamily="34" charset="-122"/>
                <a:ea typeface="微软雅黑" panose="020B0503020204020204" pitchFamily="34" charset="-122"/>
              </a:rPr>
              <a:t>SOC</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SOE</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SOH</a:t>
            </a:r>
            <a:r>
              <a:rPr lang="zh-CN" altLang="en-US" sz="1800" dirty="0">
                <a:latin typeface="微软雅黑" panose="020B0503020204020204" pitchFamily="34" charset="-122"/>
                <a:ea typeface="微软雅黑" panose="020B0503020204020204" pitchFamily="34" charset="-122"/>
              </a:rPr>
              <a:t>，并结合当前电池电压、温度等状态计算安全的可用充放电功率区间，确保不会对电池造成单次或累积的安全</a:t>
            </a:r>
            <a:r>
              <a:rPr lang="zh-CN" altLang="en-US" sz="1800" dirty="0" smtClean="0">
                <a:latin typeface="微软雅黑" panose="020B0503020204020204" pitchFamily="34" charset="-122"/>
                <a:ea typeface="微软雅黑" panose="020B0503020204020204" pitchFamily="34" charset="-122"/>
              </a:rPr>
              <a:t>影响</a:t>
            </a:r>
            <a:endParaRPr lang="en-US" altLang="zh-CN" sz="1800" dirty="0" smtClean="0">
              <a:latin typeface="微软雅黑" panose="020B0503020204020204" pitchFamily="34" charset="-122"/>
              <a:ea typeface="微软雅黑" panose="020B0503020204020204" pitchFamily="34" charset="-122"/>
            </a:endParaRPr>
          </a:p>
          <a:p>
            <a:pPr lvl="1">
              <a:lnSpc>
                <a:spcPct val="150000"/>
              </a:lnSpc>
            </a:pPr>
            <a:endParaRPr lang="en-US" altLang="zh-CN" sz="1800" dirty="0">
              <a:latin typeface="微软雅黑" panose="020B0503020204020204" pitchFamily="34" charset="-122"/>
              <a:ea typeface="微软雅黑" panose="020B0503020204020204" pitchFamily="34" charset="-122"/>
            </a:endParaRPr>
          </a:p>
          <a:p>
            <a:pPr lvl="1">
              <a:lnSpc>
                <a:spcPct val="150000"/>
              </a:lnSpc>
            </a:pPr>
            <a:endParaRPr lang="en-US" altLang="zh-CN" sz="1800" dirty="0">
              <a:latin typeface="微软雅黑" panose="020B0503020204020204" pitchFamily="34" charset="-122"/>
              <a:ea typeface="微软雅黑" panose="020B0503020204020204" pitchFamily="34" charset="-122"/>
            </a:endParaRPr>
          </a:p>
          <a:p>
            <a:pPr lvl="1">
              <a:lnSpc>
                <a:spcPct val="150000"/>
              </a:lnSpc>
            </a:pPr>
            <a:endParaRPr lang="en-US" altLang="zh-CN" sz="1800" dirty="0" smtClean="0">
              <a:latin typeface="微软雅黑" panose="020B0503020204020204" pitchFamily="34" charset="-122"/>
              <a:ea typeface="微软雅黑" panose="020B0503020204020204" pitchFamily="34" charset="-122"/>
            </a:endParaRPr>
          </a:p>
          <a:p>
            <a:pPr lvl="1">
              <a:lnSpc>
                <a:spcPct val="150000"/>
              </a:lnSpc>
            </a:pPr>
            <a:r>
              <a:rPr lang="zh-CN" altLang="en-US" sz="1800" dirty="0" smtClean="0">
                <a:latin typeface="微软雅黑" panose="020B0503020204020204" pitchFamily="34" charset="-122"/>
                <a:ea typeface="微软雅黑" panose="020B0503020204020204" pitchFamily="34" charset="-122"/>
              </a:rPr>
              <a:t>建议</a:t>
            </a:r>
            <a:r>
              <a:rPr lang="zh-CN" altLang="en-US" sz="1800" dirty="0">
                <a:latin typeface="微软雅黑" panose="020B0503020204020204" pitchFamily="34" charset="-122"/>
                <a:ea typeface="微软雅黑" panose="020B0503020204020204" pitchFamily="34" charset="-122"/>
              </a:rPr>
              <a:t>整车能较准确估算车辆剩余里程，防止电池系统在使用过程中因剩余里程错误导致动力系统异常中断。</a:t>
            </a:r>
          </a:p>
          <a:p>
            <a:pPr lvl="1">
              <a:lnSpc>
                <a:spcPct val="150000"/>
              </a:lnSpc>
            </a:pPr>
            <a:endParaRPr lang="zh-CN" altLang="en-US" sz="1800" dirty="0">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3"/>
          <a:stretch>
            <a:fillRect/>
          </a:stretch>
        </p:blipFill>
        <p:spPr>
          <a:xfrm>
            <a:off x="6356600" y="3026491"/>
            <a:ext cx="4939306" cy="769675"/>
          </a:xfrm>
          <a:prstGeom prst="rect">
            <a:avLst/>
          </a:prstGeom>
        </p:spPr>
      </p:pic>
    </p:spTree>
    <p:extLst>
      <p:ext uri="{BB962C8B-B14F-4D97-AF65-F5344CB8AC3E}">
        <p14:creationId xmlns:p14="http://schemas.microsoft.com/office/powerpoint/2010/main" val="33088057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17">
            <a:extLst>
              <a:ext uri="{FF2B5EF4-FFF2-40B4-BE49-F238E27FC236}">
                <a16:creationId xmlns:a16="http://schemas.microsoft.com/office/drawing/2014/main" xmlns="" id="{69154672-B629-489A-AFC3-5BDBA4254A70}"/>
              </a:ext>
            </a:extLst>
          </p:cNvPr>
          <p:cNvSpPr txBox="1">
            <a:spLocks/>
          </p:cNvSpPr>
          <p:nvPr/>
        </p:nvSpPr>
        <p:spPr>
          <a:xfrm>
            <a:off x="190094" y="425830"/>
            <a:ext cx="3817473" cy="4168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400" kern="1200" dirty="0" smtClean="0">
                <a:solidFill>
                  <a:schemeClr val="tx1"/>
                </a:solidFill>
                <a:effectLst/>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000" kern="1200" dirty="0" smtClean="0">
                <a:solidFill>
                  <a:schemeClr val="tx1"/>
                </a:solidFill>
                <a:effectLst/>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effectLst/>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effectLst/>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600" kern="1200" dirty="0">
                <a:solidFill>
                  <a:schemeClr val="tx1"/>
                </a:solidFill>
                <a:effectLst/>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电池安全保护</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8" name="矩形 47">
            <a:extLst>
              <a:ext uri="{FF2B5EF4-FFF2-40B4-BE49-F238E27FC236}">
                <a16:creationId xmlns:a16="http://schemas.microsoft.com/office/drawing/2014/main" xmlns="" id="{35654E17-1864-4C97-9F64-FF6AF7BFDC72}"/>
              </a:ext>
            </a:extLst>
          </p:cNvPr>
          <p:cNvSpPr/>
          <p:nvPr/>
        </p:nvSpPr>
        <p:spPr>
          <a:xfrm>
            <a:off x="0" y="425830"/>
            <a:ext cx="129092" cy="369332"/>
          </a:xfrm>
          <a:prstGeom prst="rect">
            <a:avLst/>
          </a:prstGeom>
          <a:solidFill>
            <a:srgbClr val="424C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内容占位符 1"/>
          <p:cNvSpPr>
            <a:spLocks noGrp="1"/>
          </p:cNvSpPr>
          <p:nvPr>
            <p:ph sz="quarter" idx="4294967295"/>
          </p:nvPr>
        </p:nvSpPr>
        <p:spPr>
          <a:xfrm>
            <a:off x="0" y="1232600"/>
            <a:ext cx="4978400" cy="4829531"/>
          </a:xfrm>
          <a:prstGeom prst="rect">
            <a:avLst/>
          </a:prstGeom>
        </p:spPr>
        <p:txBody>
          <a:bodyPr>
            <a:normAutofit/>
          </a:bodyPr>
          <a:lstStyle/>
          <a:p>
            <a:pPr lvl="1">
              <a:lnSpc>
                <a:spcPct val="150000"/>
              </a:lnSpc>
              <a:buFont typeface="Wingdings" panose="05000000000000000000" pitchFamily="2" charset="2"/>
              <a:buChar char="p"/>
            </a:pPr>
            <a:r>
              <a:rPr lang="zh-CN" altLang="en-US" sz="1800" dirty="0" smtClean="0">
                <a:latin typeface="微软雅黑" panose="020B0503020204020204" pitchFamily="34" charset="-122"/>
                <a:ea typeface="微软雅黑" panose="020B0503020204020204" pitchFamily="34" charset="-122"/>
              </a:rPr>
              <a:t>过</a:t>
            </a:r>
            <a:r>
              <a:rPr lang="zh-CN" altLang="en-US" sz="1800" dirty="0">
                <a:latin typeface="微软雅黑" panose="020B0503020204020204" pitchFamily="34" charset="-122"/>
                <a:ea typeface="微软雅黑" panose="020B0503020204020204" pitchFamily="34" charset="-122"/>
              </a:rPr>
              <a:t>充保护</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过压保护</a:t>
            </a:r>
            <a:endParaRPr lang="en-US" altLang="zh-CN" sz="1800" dirty="0">
              <a:latin typeface="微软雅黑" panose="020B0503020204020204" pitchFamily="34" charset="-122"/>
              <a:ea typeface="微软雅黑" panose="020B0503020204020204" pitchFamily="34" charset="-122"/>
            </a:endParaRPr>
          </a:p>
          <a:p>
            <a:pPr lvl="2">
              <a:lnSpc>
                <a:spcPct val="150000"/>
              </a:lnSpc>
            </a:pPr>
            <a:r>
              <a:rPr lang="zh-CN" altLang="en-US" sz="1400" dirty="0">
                <a:latin typeface="微软雅黑" panose="020B0503020204020204" pitchFamily="34" charset="-122"/>
                <a:ea typeface="微软雅黑" panose="020B0503020204020204" pitchFamily="34" charset="-122"/>
              </a:rPr>
              <a:t>电池在满电的情况下，禁止继续对电池进行充电对电池造成损坏</a:t>
            </a:r>
            <a:endParaRPr lang="en-US" altLang="zh-CN" sz="140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p"/>
            </a:pPr>
            <a:r>
              <a:rPr lang="zh-CN" altLang="en-US" sz="1800" dirty="0">
                <a:latin typeface="微软雅黑" panose="020B0503020204020204" pitchFamily="34" charset="-122"/>
                <a:ea typeface="微软雅黑" panose="020B0503020204020204" pitchFamily="34" charset="-122"/>
              </a:rPr>
              <a:t>过放保护</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欠压保护</a:t>
            </a:r>
            <a:endParaRPr lang="en-US" altLang="zh-CN" sz="1800" dirty="0">
              <a:latin typeface="微软雅黑" panose="020B0503020204020204" pitchFamily="34" charset="-122"/>
              <a:ea typeface="微软雅黑" panose="020B0503020204020204" pitchFamily="34" charset="-122"/>
            </a:endParaRPr>
          </a:p>
          <a:p>
            <a:pPr lvl="2">
              <a:lnSpc>
                <a:spcPct val="150000"/>
              </a:lnSpc>
            </a:pPr>
            <a:r>
              <a:rPr lang="zh-CN" altLang="en-US" sz="1400" dirty="0">
                <a:latin typeface="微软雅黑" panose="020B0503020204020204" pitchFamily="34" charset="-122"/>
                <a:ea typeface="微软雅黑" panose="020B0503020204020204" pitchFamily="34" charset="-122"/>
              </a:rPr>
              <a:t>电池在空电的情况下，禁止继续对电池进行放电对电池造成损坏</a:t>
            </a:r>
            <a:endParaRPr lang="en-US" altLang="zh-CN" sz="140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p"/>
            </a:pPr>
            <a:r>
              <a:rPr lang="zh-CN" altLang="en-US" sz="1800" dirty="0">
                <a:latin typeface="微软雅黑" panose="020B0503020204020204" pitchFamily="34" charset="-122"/>
                <a:ea typeface="微软雅黑" panose="020B0503020204020204" pitchFamily="34" charset="-122"/>
              </a:rPr>
              <a:t>过流保护</a:t>
            </a:r>
            <a:endParaRPr lang="en-US" altLang="zh-CN" sz="1800" dirty="0">
              <a:latin typeface="微软雅黑" panose="020B0503020204020204" pitchFamily="34" charset="-122"/>
              <a:ea typeface="微软雅黑" panose="020B0503020204020204" pitchFamily="34" charset="-122"/>
            </a:endParaRPr>
          </a:p>
          <a:p>
            <a:pPr lvl="2">
              <a:lnSpc>
                <a:spcPct val="150000"/>
              </a:lnSpc>
            </a:pPr>
            <a:r>
              <a:rPr lang="zh-CN" altLang="en-US" sz="1400" dirty="0">
                <a:latin typeface="微软雅黑" panose="020B0503020204020204" pitchFamily="34" charset="-122"/>
                <a:ea typeface="微软雅黑" panose="020B0503020204020204" pitchFamily="34" charset="-122"/>
              </a:rPr>
              <a:t>充放电过程中，其电流值超过安全值，对电池系统应采取相应安全保护措施</a:t>
            </a:r>
            <a:endParaRPr lang="en-US" altLang="zh-CN" sz="140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p"/>
            </a:pPr>
            <a:r>
              <a:rPr lang="zh-CN" altLang="en-US" sz="1800" dirty="0">
                <a:latin typeface="微软雅黑" panose="020B0503020204020204" pitchFamily="34" charset="-122"/>
                <a:ea typeface="微软雅黑" panose="020B0503020204020204" pitchFamily="34" charset="-122"/>
              </a:rPr>
              <a:t>过温保护</a:t>
            </a:r>
            <a:endParaRPr lang="en-US" altLang="zh-CN" sz="1800" dirty="0">
              <a:latin typeface="微软雅黑" panose="020B0503020204020204" pitchFamily="34" charset="-122"/>
              <a:ea typeface="微软雅黑" panose="020B0503020204020204" pitchFamily="34" charset="-122"/>
            </a:endParaRPr>
          </a:p>
          <a:p>
            <a:pPr lvl="2">
              <a:lnSpc>
                <a:spcPct val="150000"/>
              </a:lnSpc>
            </a:pPr>
            <a:r>
              <a:rPr lang="zh-CN" altLang="en-US" sz="1400" dirty="0">
                <a:latin typeface="微软雅黑" panose="020B0503020204020204" pitchFamily="34" charset="-122"/>
                <a:ea typeface="微软雅黑" panose="020B0503020204020204" pitchFamily="34" charset="-122"/>
              </a:rPr>
              <a:t>当电池温度超过一定限值时，对电池系统应采取相应安全保护性措施</a:t>
            </a:r>
            <a:endParaRPr lang="en-US" altLang="zh-CN" sz="1400" dirty="0">
              <a:latin typeface="微软雅黑" panose="020B0503020204020204" pitchFamily="34" charset="-122"/>
              <a:ea typeface="微软雅黑" panose="020B0503020204020204" pitchFamily="34" charset="-122"/>
            </a:endParaRPr>
          </a:p>
          <a:p>
            <a:pPr lvl="1">
              <a:lnSpc>
                <a:spcPct val="150000"/>
              </a:lnSpc>
            </a:pPr>
            <a:endParaRPr lang="en-US" altLang="zh-CN" sz="1800"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3"/>
          <a:stretch>
            <a:fillRect/>
          </a:stretch>
        </p:blipFill>
        <p:spPr>
          <a:xfrm>
            <a:off x="5583453" y="1664077"/>
            <a:ext cx="5309788" cy="2958724"/>
          </a:xfrm>
          <a:prstGeom prst="rect">
            <a:avLst/>
          </a:prstGeom>
        </p:spPr>
      </p:pic>
    </p:spTree>
    <p:extLst>
      <p:ext uri="{BB962C8B-B14F-4D97-AF65-F5344CB8AC3E}">
        <p14:creationId xmlns:p14="http://schemas.microsoft.com/office/powerpoint/2010/main" val="30458136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17">
            <a:extLst>
              <a:ext uri="{FF2B5EF4-FFF2-40B4-BE49-F238E27FC236}">
                <a16:creationId xmlns:a16="http://schemas.microsoft.com/office/drawing/2014/main" xmlns="" id="{69154672-B629-489A-AFC3-5BDBA4254A70}"/>
              </a:ext>
            </a:extLst>
          </p:cNvPr>
          <p:cNvSpPr txBox="1">
            <a:spLocks/>
          </p:cNvSpPr>
          <p:nvPr/>
        </p:nvSpPr>
        <p:spPr>
          <a:xfrm>
            <a:off x="190094" y="425830"/>
            <a:ext cx="3817473" cy="4168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400" kern="1200" dirty="0" smtClean="0">
                <a:solidFill>
                  <a:schemeClr val="tx1"/>
                </a:solidFill>
                <a:effectLst/>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000" kern="1200" dirty="0" smtClean="0">
                <a:solidFill>
                  <a:schemeClr val="tx1"/>
                </a:solidFill>
                <a:effectLst/>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effectLst/>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effectLst/>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600" kern="1200" dirty="0">
                <a:solidFill>
                  <a:schemeClr val="tx1"/>
                </a:solidFill>
                <a:effectLst/>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电池能量管理</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8" name="矩形 47">
            <a:extLst>
              <a:ext uri="{FF2B5EF4-FFF2-40B4-BE49-F238E27FC236}">
                <a16:creationId xmlns:a16="http://schemas.microsoft.com/office/drawing/2014/main" xmlns="" id="{35654E17-1864-4C97-9F64-FF6AF7BFDC72}"/>
              </a:ext>
            </a:extLst>
          </p:cNvPr>
          <p:cNvSpPr/>
          <p:nvPr/>
        </p:nvSpPr>
        <p:spPr>
          <a:xfrm>
            <a:off x="0" y="425830"/>
            <a:ext cx="129092" cy="369332"/>
          </a:xfrm>
          <a:prstGeom prst="rect">
            <a:avLst/>
          </a:prstGeom>
          <a:solidFill>
            <a:srgbClr val="424C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内容占位符 1"/>
          <p:cNvSpPr>
            <a:spLocks noGrp="1"/>
          </p:cNvSpPr>
          <p:nvPr>
            <p:ph sz="quarter" idx="4294967295"/>
          </p:nvPr>
        </p:nvSpPr>
        <p:spPr>
          <a:xfrm>
            <a:off x="64546" y="955883"/>
            <a:ext cx="4609054" cy="4829531"/>
          </a:xfrm>
          <a:prstGeom prst="rect">
            <a:avLst/>
          </a:prstGeom>
        </p:spPr>
        <p:txBody>
          <a:bodyPr/>
          <a:lstStyle/>
          <a:p>
            <a:pPr lvl="1">
              <a:lnSpc>
                <a:spcPct val="150000"/>
              </a:lnSpc>
              <a:buFont typeface="Wingdings" panose="05000000000000000000" pitchFamily="2" charset="2"/>
              <a:buChar char="p"/>
            </a:pPr>
            <a:r>
              <a:rPr lang="zh-CN" altLang="en-US" sz="1800" dirty="0" smtClean="0">
                <a:latin typeface="微软雅黑" panose="020B0503020204020204" pitchFamily="34" charset="-122"/>
                <a:ea typeface="微软雅黑" panose="020B0503020204020204" pitchFamily="34" charset="-122"/>
              </a:rPr>
              <a:t>放电</a:t>
            </a:r>
            <a:r>
              <a:rPr lang="zh-CN" altLang="en-US" sz="1800" dirty="0">
                <a:latin typeface="微软雅黑" panose="020B0503020204020204" pitchFamily="34" charset="-122"/>
                <a:ea typeface="微软雅黑" panose="020B0503020204020204" pitchFamily="34" charset="-122"/>
              </a:rPr>
              <a:t>控制管理</a:t>
            </a:r>
            <a:endParaRPr lang="en-US" altLang="zh-CN" sz="1800" dirty="0">
              <a:latin typeface="微软雅黑" panose="020B0503020204020204" pitchFamily="34" charset="-122"/>
              <a:ea typeface="微软雅黑" panose="020B0503020204020204" pitchFamily="34" charset="-122"/>
            </a:endParaRPr>
          </a:p>
          <a:p>
            <a:pPr marL="914400" lvl="2" indent="0">
              <a:lnSpc>
                <a:spcPct val="150000"/>
              </a:lnSpc>
              <a:buNone/>
            </a:pPr>
            <a:r>
              <a:rPr lang="en-US" altLang="zh-CN" sz="1600" dirty="0">
                <a:latin typeface="微软雅黑" panose="020B0503020204020204" pitchFamily="34" charset="-122"/>
                <a:ea typeface="微软雅黑" panose="020B0503020204020204" pitchFamily="34" charset="-122"/>
              </a:rPr>
              <a:t>BMS</a:t>
            </a:r>
            <a:r>
              <a:rPr lang="zh-CN" altLang="en-US" sz="1600" dirty="0">
                <a:latin typeface="微软雅黑" panose="020B0503020204020204" pitchFamily="34" charset="-122"/>
                <a:ea typeface="微软雅黑" panose="020B0503020204020204" pitchFamily="34" charset="-122"/>
              </a:rPr>
              <a:t>在电池在放电过程中根据电池状态对放电电流大小进行控制</a:t>
            </a:r>
            <a:endParaRPr lang="en-US" altLang="zh-CN" sz="1600" dirty="0">
              <a:latin typeface="微软雅黑" panose="020B0503020204020204" pitchFamily="34" charset="-122"/>
              <a:ea typeface="微软雅黑" panose="020B0503020204020204" pitchFamily="34" charset="-122"/>
            </a:endParaRPr>
          </a:p>
          <a:p>
            <a:pPr lvl="2">
              <a:lnSpc>
                <a:spcPct val="150000"/>
              </a:lnSpc>
            </a:pPr>
            <a:r>
              <a:rPr lang="zh-CN" altLang="en-US" sz="1600" b="1" dirty="0">
                <a:latin typeface="微软雅黑" panose="020B0503020204020204" pitchFamily="34" charset="-122"/>
                <a:ea typeface="微软雅黑" panose="020B0503020204020204" pitchFamily="34" charset="-122"/>
              </a:rPr>
              <a:t>允许放电电流</a:t>
            </a:r>
            <a:endParaRPr lang="en-US" altLang="zh-CN" sz="1600" b="1" dirty="0">
              <a:latin typeface="微软雅黑" panose="020B0503020204020204" pitchFamily="34" charset="-122"/>
              <a:ea typeface="微软雅黑" panose="020B0503020204020204" pitchFamily="34" charset="-122"/>
            </a:endParaRPr>
          </a:p>
          <a:p>
            <a:pPr lvl="2">
              <a:lnSpc>
                <a:spcPct val="150000"/>
              </a:lnSpc>
            </a:pPr>
            <a:r>
              <a:rPr lang="zh-CN" altLang="en-US" sz="1600" b="1" dirty="0">
                <a:latin typeface="微软雅黑" panose="020B0503020204020204" pitchFamily="34" charset="-122"/>
                <a:ea typeface="微软雅黑" panose="020B0503020204020204" pitchFamily="34" charset="-122"/>
              </a:rPr>
              <a:t>允许放电功率</a:t>
            </a:r>
            <a:endParaRPr lang="en-US" altLang="zh-CN" sz="1600" b="1"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p"/>
            </a:pPr>
            <a:r>
              <a:rPr lang="zh-CN" altLang="en-US" sz="1800" dirty="0">
                <a:latin typeface="微软雅黑" panose="020B0503020204020204" pitchFamily="34" charset="-122"/>
                <a:ea typeface="微软雅黑" panose="020B0503020204020204" pitchFamily="34" charset="-122"/>
              </a:rPr>
              <a:t>充电控制管理</a:t>
            </a:r>
            <a:endParaRPr lang="en-US" altLang="zh-CN" sz="1800" dirty="0">
              <a:latin typeface="微软雅黑" panose="020B0503020204020204" pitchFamily="34" charset="-122"/>
              <a:ea typeface="微软雅黑" panose="020B0503020204020204" pitchFamily="34" charset="-122"/>
            </a:endParaRPr>
          </a:p>
          <a:p>
            <a:pPr marL="914400" lvl="2" indent="0">
              <a:lnSpc>
                <a:spcPct val="150000"/>
              </a:lnSpc>
              <a:buNone/>
            </a:pPr>
            <a:r>
              <a:rPr lang="en-US" altLang="zh-CN" sz="1600" dirty="0">
                <a:latin typeface="微软雅黑" panose="020B0503020204020204" pitchFamily="34" charset="-122"/>
                <a:ea typeface="微软雅黑" panose="020B0503020204020204" pitchFamily="34" charset="-122"/>
              </a:rPr>
              <a:t>BMS</a:t>
            </a:r>
            <a:r>
              <a:rPr lang="zh-CN" altLang="en-US" sz="1600" dirty="0">
                <a:latin typeface="微软雅黑" panose="020B0503020204020204" pitchFamily="34" charset="-122"/>
                <a:ea typeface="微软雅黑" panose="020B0503020204020204" pitchFamily="34" charset="-122"/>
              </a:rPr>
              <a:t>在电池充电过程中对充电电压、充电电流进行优化控制</a:t>
            </a:r>
            <a:endParaRPr lang="en-US" altLang="zh-CN" sz="1600" dirty="0">
              <a:latin typeface="微软雅黑" panose="020B0503020204020204" pitchFamily="34" charset="-122"/>
              <a:ea typeface="微软雅黑" panose="020B0503020204020204" pitchFamily="34" charset="-122"/>
            </a:endParaRPr>
          </a:p>
          <a:p>
            <a:pPr lvl="2">
              <a:lnSpc>
                <a:spcPct val="150000"/>
              </a:lnSpc>
            </a:pPr>
            <a:r>
              <a:rPr lang="zh-CN" altLang="en-US" sz="1600" b="1" dirty="0" smtClean="0">
                <a:latin typeface="微软雅黑" panose="020B0503020204020204" pitchFamily="34" charset="-122"/>
                <a:ea typeface="微软雅黑" panose="020B0503020204020204" pitchFamily="34" charset="-122"/>
              </a:rPr>
              <a:t>直流</a:t>
            </a:r>
            <a:r>
              <a:rPr lang="zh-CN" altLang="en-US" sz="1600" b="1" dirty="0">
                <a:latin typeface="微软雅黑" panose="020B0503020204020204" pitchFamily="34" charset="-122"/>
                <a:ea typeface="微软雅黑" panose="020B0503020204020204" pitchFamily="34" charset="-122"/>
              </a:rPr>
              <a:t>充电</a:t>
            </a:r>
          </a:p>
          <a:p>
            <a:pPr lvl="2">
              <a:lnSpc>
                <a:spcPct val="150000"/>
              </a:lnSpc>
            </a:pPr>
            <a:r>
              <a:rPr lang="zh-CN" altLang="en-US" sz="1600" b="1" dirty="0">
                <a:latin typeface="微软雅黑" panose="020B0503020204020204" pitchFamily="34" charset="-122"/>
                <a:ea typeface="微软雅黑" panose="020B0503020204020204" pitchFamily="34" charset="-122"/>
              </a:rPr>
              <a:t>交流充电</a:t>
            </a:r>
          </a:p>
          <a:p>
            <a:pPr lvl="2">
              <a:lnSpc>
                <a:spcPct val="150000"/>
              </a:lnSpc>
            </a:pPr>
            <a:r>
              <a:rPr lang="zh-CN" altLang="en-US" sz="1600" b="1" dirty="0">
                <a:latin typeface="微软雅黑" panose="020B0503020204020204" pitchFamily="34" charset="-122"/>
                <a:ea typeface="微软雅黑" panose="020B0503020204020204" pitchFamily="34" charset="-122"/>
              </a:rPr>
              <a:t>大功率充电</a:t>
            </a:r>
          </a:p>
          <a:p>
            <a:pPr lvl="2">
              <a:lnSpc>
                <a:spcPct val="150000"/>
              </a:lnSpc>
            </a:pPr>
            <a:endParaRPr lang="en-US" altLang="zh-CN" sz="1600" b="1" dirty="0" smtClean="0">
              <a:latin typeface="微软雅黑" panose="020B0503020204020204" pitchFamily="34" charset="-122"/>
              <a:ea typeface="微软雅黑" panose="020B0503020204020204" pitchFamily="34" charset="-122"/>
            </a:endParaRPr>
          </a:p>
          <a:p>
            <a:pPr lvl="2">
              <a:lnSpc>
                <a:spcPct val="150000"/>
              </a:lnSpc>
            </a:pPr>
            <a:endParaRPr lang="en-US" altLang="zh-CN" sz="16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9" name="内容占位符 8"/>
          <p:cNvSpPr>
            <a:spLocks noGrp="1"/>
          </p:cNvSpPr>
          <p:nvPr>
            <p:ph sz="quarter" idx="4294967295"/>
          </p:nvPr>
        </p:nvSpPr>
        <p:spPr>
          <a:xfrm>
            <a:off x="4432300" y="669549"/>
            <a:ext cx="7239000" cy="5115865"/>
          </a:xfrm>
          <a:prstGeom prst="rect">
            <a:avLst/>
          </a:prstGeom>
        </p:spPr>
        <p:txBody>
          <a:bodyPr/>
          <a:lstStyle/>
          <a:p>
            <a:pPr marL="457200" lvl="1" indent="0">
              <a:lnSpc>
                <a:spcPct val="150000"/>
              </a:lnSpc>
              <a:buNone/>
            </a:pPr>
            <a:r>
              <a:rPr lang="zh-CN" altLang="en-US" sz="1800" dirty="0" smtClean="0">
                <a:latin typeface="微软雅黑" panose="020B0503020204020204" pitchFamily="34" charset="-122"/>
                <a:ea typeface="微软雅黑" panose="020B0503020204020204" pitchFamily="34" charset="-122"/>
              </a:rPr>
              <a:t>许</a:t>
            </a:r>
            <a:r>
              <a:rPr lang="zh-CN" altLang="en-US" sz="1800" dirty="0">
                <a:latin typeface="微软雅黑" panose="020B0503020204020204" pitchFamily="34" charset="-122"/>
                <a:ea typeface="微软雅黑" panose="020B0503020204020204" pitchFamily="34" charset="-122"/>
              </a:rPr>
              <a:t>用电流</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功率限制</a:t>
            </a:r>
          </a:p>
          <a:p>
            <a:pPr lvl="2">
              <a:lnSpc>
                <a:spcPct val="150000"/>
              </a:lnSpc>
            </a:pPr>
            <a:r>
              <a:rPr lang="zh-CN" altLang="en-US" sz="1400" dirty="0">
                <a:latin typeface="微软雅黑" panose="020B0503020204020204" pitchFamily="34" charset="-122"/>
                <a:ea typeface="微软雅黑" panose="020B0503020204020204" pitchFamily="34" charset="-122"/>
              </a:rPr>
              <a:t>充电、运行工况下，许用电流</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功率控制限制表应充分结合电池系统的能力（结合电芯厂提供的许用电流</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功率限制表）及车辆使用需求综合设定，考虑充电及运行工况（制动回馈、放电）对电流持续时间的需求，通常设定峰值电流</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功率表（例如：</a:t>
            </a:r>
            <a:r>
              <a:rPr lang="en-US" altLang="zh-CN" sz="1400" dirty="0">
                <a:latin typeface="微软雅黑" panose="020B0503020204020204" pitchFamily="34" charset="-122"/>
                <a:ea typeface="微软雅黑" panose="020B0503020204020204" pitchFamily="34" charset="-122"/>
              </a:rPr>
              <a:t>2s</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5s</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10s</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30s</a:t>
            </a:r>
            <a:r>
              <a:rPr lang="zh-CN" altLang="en-US" sz="1400" dirty="0">
                <a:latin typeface="微软雅黑" panose="020B0503020204020204" pitchFamily="34" charset="-122"/>
                <a:ea typeface="微软雅黑" panose="020B0503020204020204" pitchFamily="34" charset="-122"/>
              </a:rPr>
              <a:t>）、持续电流</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功率表（例如：</a:t>
            </a:r>
            <a:r>
              <a:rPr lang="en-US" altLang="zh-CN" sz="1400" dirty="0">
                <a:latin typeface="微软雅黑" panose="020B0503020204020204" pitchFamily="34" charset="-122"/>
                <a:ea typeface="微软雅黑" panose="020B0503020204020204" pitchFamily="34" charset="-122"/>
              </a:rPr>
              <a:t>60s</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3min</a:t>
            </a:r>
            <a:r>
              <a:rPr lang="zh-CN" altLang="en-US" sz="1400" dirty="0">
                <a:latin typeface="微软雅黑" panose="020B0503020204020204" pitchFamily="34" charset="-122"/>
                <a:ea typeface="微软雅黑" panose="020B0503020204020204" pitchFamily="34" charset="-122"/>
              </a:rPr>
              <a:t>，持续等）。</a:t>
            </a:r>
          </a:p>
          <a:p>
            <a:pPr lvl="2">
              <a:lnSpc>
                <a:spcPct val="150000"/>
              </a:lnSpc>
            </a:pPr>
            <a:r>
              <a:rPr lang="zh-CN" altLang="en-US" sz="1400" dirty="0">
                <a:latin typeface="微软雅黑" panose="020B0503020204020204" pitchFamily="34" charset="-122"/>
                <a:ea typeface="微软雅黑" panose="020B0503020204020204" pitchFamily="34" charset="-122"/>
              </a:rPr>
              <a:t>因温度、</a:t>
            </a:r>
            <a:r>
              <a:rPr lang="en-US" altLang="zh-CN" sz="1400" dirty="0">
                <a:latin typeface="微软雅黑" panose="020B0503020204020204" pitchFamily="34" charset="-122"/>
                <a:ea typeface="微软雅黑" panose="020B0503020204020204" pitchFamily="34" charset="-122"/>
              </a:rPr>
              <a:t>SOC </a:t>
            </a:r>
            <a:r>
              <a:rPr lang="zh-CN" altLang="en-US" sz="1400" dirty="0">
                <a:latin typeface="微软雅黑" panose="020B0503020204020204" pitchFamily="34" charset="-122"/>
                <a:ea typeface="微软雅黑" panose="020B0503020204020204" pitchFamily="34" charset="-122"/>
              </a:rPr>
              <a:t>变化而导致的峰值电流</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功率及持续电流</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功率切换时，</a:t>
            </a:r>
            <a:r>
              <a:rPr lang="en-US" altLang="zh-CN" sz="1400" dirty="0">
                <a:latin typeface="微软雅黑" panose="020B0503020204020204" pitchFamily="34" charset="-122"/>
                <a:ea typeface="微软雅黑" panose="020B0503020204020204" pitchFamily="34" charset="-122"/>
              </a:rPr>
              <a:t>BMS </a:t>
            </a:r>
            <a:r>
              <a:rPr lang="zh-CN" altLang="en-US" sz="1400" dirty="0">
                <a:latin typeface="微软雅黑" panose="020B0503020204020204" pitchFamily="34" charset="-122"/>
                <a:ea typeface="微软雅黑" panose="020B0503020204020204" pitchFamily="34" charset="-122"/>
              </a:rPr>
              <a:t>应确保许用电流</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功率平滑过渡。</a:t>
            </a:r>
          </a:p>
          <a:p>
            <a:pPr lvl="2">
              <a:lnSpc>
                <a:spcPct val="150000"/>
              </a:lnSpc>
            </a:pPr>
            <a:r>
              <a:rPr lang="en-US" altLang="zh-CN" sz="1400" dirty="0">
                <a:latin typeface="微软雅黑" panose="020B0503020204020204" pitchFamily="34" charset="-122"/>
                <a:ea typeface="微软雅黑" panose="020B0503020204020204" pitchFamily="34" charset="-122"/>
              </a:rPr>
              <a:t>BMS </a:t>
            </a:r>
            <a:r>
              <a:rPr lang="zh-CN" altLang="en-US" sz="1400" dirty="0">
                <a:latin typeface="微软雅黑" panose="020B0503020204020204" pitchFamily="34" charset="-122"/>
                <a:ea typeface="微软雅黑" panose="020B0503020204020204" pitchFamily="34" charset="-122"/>
              </a:rPr>
              <a:t>应充分考虑电池系统的许用能力，结合电池系统寿命终止时的可用电量、许用功率衰减，综合确定全寿命周期内的许用电流</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功率限制值</a:t>
            </a:r>
            <a:r>
              <a:rPr lang="zh-CN" altLang="en-US" sz="1400" dirty="0" smtClean="0">
                <a:latin typeface="微软雅黑" panose="020B0503020204020204" pitchFamily="34" charset="-122"/>
                <a:ea typeface="微软雅黑" panose="020B0503020204020204" pitchFamily="34" charset="-122"/>
              </a:rPr>
              <a:t>。</a:t>
            </a:r>
            <a:endParaRPr lang="en-US" altLang="zh-CN" sz="1400" dirty="0" smtClean="0">
              <a:latin typeface="微软雅黑" panose="020B0503020204020204" pitchFamily="34" charset="-122"/>
              <a:ea typeface="微软雅黑" panose="020B0503020204020204" pitchFamily="34" charset="-122"/>
            </a:endParaRPr>
          </a:p>
          <a:p>
            <a:pPr lvl="2">
              <a:lnSpc>
                <a:spcPct val="150000"/>
              </a:lnSpc>
            </a:pPr>
            <a:r>
              <a:rPr lang="zh-CN" altLang="en-US" sz="1400" dirty="0">
                <a:latin typeface="微软雅黑" panose="020B0503020204020204" pitchFamily="34" charset="-122"/>
                <a:ea typeface="微软雅黑" panose="020B0503020204020204" pitchFamily="34" charset="-122"/>
              </a:rPr>
              <a:t>功率限制值应考虑系统元器件最大承受能力，应根据系统各元器件可承受最大载流量值的最小值确定。</a:t>
            </a:r>
          </a:p>
          <a:p>
            <a:pPr lvl="2">
              <a:lnSpc>
                <a:spcPct val="150000"/>
              </a:lnSpc>
            </a:pPr>
            <a:r>
              <a:rPr lang="en-US" altLang="zh-CN" sz="1400" dirty="0">
                <a:latin typeface="微软雅黑" panose="020B0503020204020204" pitchFamily="34" charset="-122"/>
                <a:ea typeface="微软雅黑" panose="020B0503020204020204" pitchFamily="34" charset="-122"/>
              </a:rPr>
              <a:t>BMS </a:t>
            </a:r>
            <a:r>
              <a:rPr lang="zh-CN" altLang="en-US" sz="1400" dirty="0">
                <a:latin typeface="微软雅黑" panose="020B0503020204020204" pitchFamily="34" charset="-122"/>
                <a:ea typeface="微软雅黑" panose="020B0503020204020204" pitchFamily="34" charset="-122"/>
              </a:rPr>
              <a:t>实时监控电流及电压，如果实时充放电电流</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功率超过许用电流</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功率，</a:t>
            </a:r>
            <a:r>
              <a:rPr lang="en-US" altLang="zh-CN" sz="1400" dirty="0">
                <a:latin typeface="微软雅黑" panose="020B0503020204020204" pitchFamily="34" charset="-122"/>
                <a:ea typeface="微软雅黑" panose="020B0503020204020204" pitchFamily="34" charset="-122"/>
              </a:rPr>
              <a:t>BMS </a:t>
            </a:r>
            <a:r>
              <a:rPr lang="zh-CN" altLang="en-US" sz="1400" dirty="0">
                <a:latin typeface="微软雅黑" panose="020B0503020204020204" pitchFamily="34" charset="-122"/>
                <a:ea typeface="微软雅黑" panose="020B0503020204020204" pitchFamily="34" charset="-122"/>
              </a:rPr>
              <a:t>记录</a:t>
            </a:r>
            <a:r>
              <a:rPr lang="en-US" altLang="zh-CN" sz="1400" dirty="0">
                <a:latin typeface="微软雅黑" panose="020B0503020204020204" pitchFamily="34" charset="-122"/>
                <a:ea typeface="微软雅黑" panose="020B0503020204020204" pitchFamily="34" charset="-122"/>
              </a:rPr>
              <a:t>DTC</a:t>
            </a:r>
            <a:r>
              <a:rPr lang="zh-CN" altLang="en-US" sz="1400" dirty="0">
                <a:latin typeface="微软雅黑" panose="020B0503020204020204" pitchFamily="34" charset="-122"/>
                <a:ea typeface="微软雅黑" panose="020B0503020204020204" pitchFamily="34" charset="-122"/>
              </a:rPr>
              <a:t>，通知整车。</a:t>
            </a:r>
          </a:p>
          <a:p>
            <a:pPr lvl="2">
              <a:lnSpc>
                <a:spcPct val="150000"/>
              </a:lnSpc>
            </a:pPr>
            <a:r>
              <a:rPr lang="zh-CN" altLang="en-US" sz="1400" dirty="0">
                <a:latin typeface="微软雅黑" panose="020B0503020204020204" pitchFamily="34" charset="-122"/>
                <a:ea typeface="微软雅黑" panose="020B0503020204020204" pitchFamily="34" charset="-122"/>
              </a:rPr>
              <a:t>当充放电电流</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功率超过许用电流</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功率，</a:t>
            </a:r>
            <a:r>
              <a:rPr lang="en-US" altLang="zh-CN" sz="1400" dirty="0">
                <a:latin typeface="微软雅黑" panose="020B0503020204020204" pitchFamily="34" charset="-122"/>
                <a:ea typeface="微软雅黑" panose="020B0503020204020204" pitchFamily="34" charset="-122"/>
              </a:rPr>
              <a:t>BMS </a:t>
            </a:r>
            <a:r>
              <a:rPr lang="zh-CN" altLang="en-US" sz="1400" dirty="0">
                <a:latin typeface="微软雅黑" panose="020B0503020204020204" pitchFamily="34" charset="-122"/>
                <a:ea typeface="微软雅黑" panose="020B0503020204020204" pitchFamily="34" charset="-122"/>
              </a:rPr>
              <a:t>应执行多级控制策略，分阶段主动降低功率，避免电池系统起火、爆炸。</a:t>
            </a:r>
          </a:p>
          <a:p>
            <a:pPr lvl="2">
              <a:lnSpc>
                <a:spcPct val="150000"/>
              </a:lnSpc>
            </a:pP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356504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17">
            <a:extLst>
              <a:ext uri="{FF2B5EF4-FFF2-40B4-BE49-F238E27FC236}">
                <a16:creationId xmlns:a16="http://schemas.microsoft.com/office/drawing/2014/main" xmlns="" id="{69154672-B629-489A-AFC3-5BDBA4254A70}"/>
              </a:ext>
            </a:extLst>
          </p:cNvPr>
          <p:cNvSpPr txBox="1">
            <a:spLocks/>
          </p:cNvSpPr>
          <p:nvPr/>
        </p:nvSpPr>
        <p:spPr>
          <a:xfrm>
            <a:off x="190094" y="425830"/>
            <a:ext cx="3817473" cy="4168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400" kern="1200" dirty="0" smtClean="0">
                <a:solidFill>
                  <a:schemeClr val="tx1"/>
                </a:solidFill>
                <a:effectLst/>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000" kern="1200" dirty="0" smtClean="0">
                <a:solidFill>
                  <a:schemeClr val="tx1"/>
                </a:solidFill>
                <a:effectLst/>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effectLst/>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effectLst/>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600" kern="1200" dirty="0">
                <a:solidFill>
                  <a:schemeClr val="tx1"/>
                </a:solidFill>
                <a:effectLst/>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电池能量管理</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8" name="矩形 47">
            <a:extLst>
              <a:ext uri="{FF2B5EF4-FFF2-40B4-BE49-F238E27FC236}">
                <a16:creationId xmlns:a16="http://schemas.microsoft.com/office/drawing/2014/main" xmlns="" id="{35654E17-1864-4C97-9F64-FF6AF7BFDC72}"/>
              </a:ext>
            </a:extLst>
          </p:cNvPr>
          <p:cNvSpPr/>
          <p:nvPr/>
        </p:nvSpPr>
        <p:spPr>
          <a:xfrm>
            <a:off x="0" y="425830"/>
            <a:ext cx="129092" cy="369332"/>
          </a:xfrm>
          <a:prstGeom prst="rect">
            <a:avLst/>
          </a:prstGeom>
          <a:solidFill>
            <a:srgbClr val="424C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内容占位符 8"/>
          <p:cNvSpPr>
            <a:spLocks noGrp="1"/>
          </p:cNvSpPr>
          <p:nvPr>
            <p:ph sz="quarter" idx="4294967295"/>
          </p:nvPr>
        </p:nvSpPr>
        <p:spPr>
          <a:xfrm>
            <a:off x="-685800" y="1118514"/>
            <a:ext cx="6553200" cy="4847188"/>
          </a:xfrm>
          <a:prstGeom prst="rect">
            <a:avLst/>
          </a:prstGeom>
        </p:spPr>
        <p:txBody>
          <a:bodyPr>
            <a:noAutofit/>
          </a:bodyPr>
          <a:lstStyle/>
          <a:p>
            <a:pPr marL="914400" lvl="2" indent="0">
              <a:lnSpc>
                <a:spcPct val="150000"/>
              </a:lnSpc>
              <a:buNone/>
            </a:pPr>
            <a:r>
              <a:rPr lang="zh-CN" altLang="en-US" sz="1800" dirty="0">
                <a:latin typeface="微软雅黑" panose="020B0503020204020204" pitchFamily="34" charset="-122"/>
                <a:ea typeface="微软雅黑" panose="020B0503020204020204" pitchFamily="34" charset="-122"/>
              </a:rPr>
              <a:t>充电功率控制</a:t>
            </a:r>
            <a:r>
              <a:rPr lang="zh-CN" altLang="en-US" sz="1800" dirty="0" smtClean="0">
                <a:latin typeface="微软雅黑" panose="020B0503020204020204" pitchFamily="34" charset="-122"/>
                <a:ea typeface="微软雅黑" panose="020B0503020204020204" pitchFamily="34" charset="-122"/>
              </a:rPr>
              <a:t>策略</a:t>
            </a:r>
            <a:endParaRPr lang="en-US" altLang="zh-CN" sz="1800" dirty="0" smtClean="0">
              <a:latin typeface="微软雅黑" panose="020B0503020204020204" pitchFamily="34" charset="-122"/>
              <a:ea typeface="微软雅黑" panose="020B0503020204020204" pitchFamily="34" charset="-122"/>
            </a:endParaRPr>
          </a:p>
          <a:p>
            <a:pPr lvl="2">
              <a:lnSpc>
                <a:spcPct val="150000"/>
              </a:lnSpc>
              <a:buFont typeface="Wingdings" panose="05000000000000000000" pitchFamily="2" charset="2"/>
              <a:buChar char="p"/>
            </a:pPr>
            <a:r>
              <a:rPr lang="zh-CN" altLang="en-US" sz="1600" dirty="0" smtClean="0">
                <a:latin typeface="微软雅黑" panose="020B0503020204020204" pitchFamily="34" charset="-122"/>
                <a:ea typeface="微软雅黑" panose="020B0503020204020204" pitchFamily="34" charset="-122"/>
              </a:rPr>
              <a:t>直流</a:t>
            </a:r>
            <a:r>
              <a:rPr lang="zh-CN" altLang="en-US" sz="1600" dirty="0">
                <a:latin typeface="微软雅黑" panose="020B0503020204020204" pitchFamily="34" charset="-122"/>
                <a:ea typeface="微软雅黑" panose="020B0503020204020204" pitchFamily="34" charset="-122"/>
              </a:rPr>
              <a:t>充电</a:t>
            </a:r>
            <a:endParaRPr lang="en-US" altLang="zh-CN" sz="1600" dirty="0">
              <a:latin typeface="微软雅黑" panose="020B0503020204020204" pitchFamily="34" charset="-122"/>
              <a:ea typeface="微软雅黑" panose="020B0503020204020204" pitchFamily="34" charset="-122"/>
            </a:endParaRPr>
          </a:p>
          <a:p>
            <a:pPr lvl="3">
              <a:lnSpc>
                <a:spcPct val="150000"/>
              </a:lnSpc>
            </a:pPr>
            <a:r>
              <a:rPr lang="zh-CN" altLang="en-US" sz="1400" dirty="0" smtClean="0">
                <a:latin typeface="微软雅黑" panose="020B0503020204020204" pitchFamily="34" charset="-122"/>
                <a:ea typeface="微软雅黑" panose="020B0503020204020204" pitchFamily="34" charset="-122"/>
              </a:rPr>
              <a:t>直流</a:t>
            </a:r>
            <a:r>
              <a:rPr lang="zh-CN" altLang="en-US" sz="1400" dirty="0">
                <a:latin typeface="微软雅黑" panose="020B0503020204020204" pitchFamily="34" charset="-122"/>
                <a:ea typeface="微软雅黑" panose="020B0503020204020204" pitchFamily="34" charset="-122"/>
              </a:rPr>
              <a:t>充电应遵循</a:t>
            </a:r>
            <a:endParaRPr lang="en-US" altLang="zh-CN" sz="1400" dirty="0">
              <a:latin typeface="微软雅黑" panose="020B0503020204020204" pitchFamily="34" charset="-122"/>
              <a:ea typeface="微软雅黑" panose="020B0503020204020204" pitchFamily="34" charset="-122"/>
            </a:endParaRPr>
          </a:p>
          <a:p>
            <a:pPr lvl="4">
              <a:lnSpc>
                <a:spcPct val="150000"/>
              </a:lnSpc>
            </a:pPr>
            <a:r>
              <a:rPr lang="en-US" altLang="zh-CN" sz="1000" dirty="0">
                <a:latin typeface="微软雅黑" panose="020B0503020204020204" pitchFamily="34" charset="-122"/>
                <a:ea typeface="微软雅黑" panose="020B0503020204020204" pitchFamily="34" charset="-122"/>
              </a:rPr>
              <a:t>GB/T 27930 《</a:t>
            </a:r>
            <a:r>
              <a:rPr lang="zh-CN" altLang="en-US" sz="1000" dirty="0">
                <a:latin typeface="微软雅黑" panose="020B0503020204020204" pitchFamily="34" charset="-122"/>
                <a:ea typeface="微软雅黑" panose="020B0503020204020204" pitchFamily="34" charset="-122"/>
              </a:rPr>
              <a:t>电动汽车非车载传导式充电机与电池管理系统之间的通信协议</a:t>
            </a:r>
            <a:r>
              <a:rPr lang="en-US" altLang="zh-CN" sz="1000" dirty="0">
                <a:latin typeface="微软雅黑" panose="020B0503020204020204" pitchFamily="34" charset="-122"/>
                <a:ea typeface="微软雅黑" panose="020B0503020204020204" pitchFamily="34" charset="-122"/>
              </a:rPr>
              <a:t>》</a:t>
            </a:r>
          </a:p>
          <a:p>
            <a:pPr lvl="4">
              <a:lnSpc>
                <a:spcPct val="150000"/>
              </a:lnSpc>
            </a:pPr>
            <a:r>
              <a:rPr lang="en-US" altLang="zh-CN" sz="1000" dirty="0">
                <a:latin typeface="微软雅黑" panose="020B0503020204020204" pitchFamily="34" charset="-122"/>
                <a:ea typeface="微软雅黑" panose="020B0503020204020204" pitchFamily="34" charset="-122"/>
              </a:rPr>
              <a:t>GB/T 18487.1-2011 《</a:t>
            </a:r>
            <a:r>
              <a:rPr lang="zh-CN" altLang="en-US" sz="1000" dirty="0">
                <a:latin typeface="微软雅黑" panose="020B0503020204020204" pitchFamily="34" charset="-122"/>
                <a:ea typeface="微软雅黑" panose="020B0503020204020204" pitchFamily="34" charset="-122"/>
              </a:rPr>
              <a:t>电动汽车传导充电系统 第</a:t>
            </a:r>
            <a:r>
              <a:rPr lang="en-US" altLang="zh-CN" sz="1000" dirty="0">
                <a:latin typeface="微软雅黑" panose="020B0503020204020204" pitchFamily="34" charset="-122"/>
                <a:ea typeface="微软雅黑" panose="020B0503020204020204" pitchFamily="34" charset="-122"/>
              </a:rPr>
              <a:t>1 </a:t>
            </a:r>
            <a:r>
              <a:rPr lang="zh-CN" altLang="en-US" sz="1000" dirty="0">
                <a:latin typeface="微软雅黑" panose="020B0503020204020204" pitchFamily="34" charset="-122"/>
                <a:ea typeface="微软雅黑" panose="020B0503020204020204" pitchFamily="34" charset="-122"/>
              </a:rPr>
              <a:t>部分：通用要求</a:t>
            </a:r>
            <a:r>
              <a:rPr lang="en-US" altLang="zh-CN" sz="1000" dirty="0">
                <a:latin typeface="微软雅黑" panose="020B0503020204020204" pitchFamily="34" charset="-122"/>
                <a:ea typeface="微软雅黑" panose="020B0503020204020204" pitchFamily="34" charset="-122"/>
              </a:rPr>
              <a:t>》</a:t>
            </a:r>
          </a:p>
          <a:p>
            <a:pPr lvl="4">
              <a:lnSpc>
                <a:spcPct val="150000"/>
              </a:lnSpc>
            </a:pPr>
            <a:r>
              <a:rPr lang="en-US" altLang="zh-CN" sz="1000" dirty="0">
                <a:latin typeface="微软雅黑" panose="020B0503020204020204" pitchFamily="34" charset="-122"/>
                <a:ea typeface="微软雅黑" panose="020B0503020204020204" pitchFamily="34" charset="-122"/>
              </a:rPr>
              <a:t>GB/T20234.1-2015 《</a:t>
            </a:r>
            <a:r>
              <a:rPr lang="zh-CN" altLang="en-US" sz="1000" dirty="0">
                <a:latin typeface="微软雅黑" panose="020B0503020204020204" pitchFamily="34" charset="-122"/>
                <a:ea typeface="微软雅黑" panose="020B0503020204020204" pitchFamily="34" charset="-122"/>
              </a:rPr>
              <a:t>电动汽车传导充电用连接装置 通用要求</a:t>
            </a:r>
            <a:r>
              <a:rPr lang="en-US" altLang="zh-CN" sz="1000" dirty="0">
                <a:latin typeface="微软雅黑" panose="020B0503020204020204" pitchFamily="34" charset="-122"/>
                <a:ea typeface="微软雅黑" panose="020B0503020204020204" pitchFamily="34" charset="-122"/>
              </a:rPr>
              <a:t>》</a:t>
            </a:r>
            <a:r>
              <a:rPr lang="zh-CN" altLang="en-US" sz="1000" dirty="0">
                <a:latin typeface="微软雅黑" panose="020B0503020204020204" pitchFamily="34" charset="-122"/>
                <a:ea typeface="微软雅黑" panose="020B0503020204020204" pitchFamily="34" charset="-122"/>
              </a:rPr>
              <a:t>等标准要求。</a:t>
            </a:r>
          </a:p>
          <a:p>
            <a:pPr lvl="3">
              <a:lnSpc>
                <a:spcPct val="150000"/>
              </a:lnSpc>
            </a:pPr>
            <a:r>
              <a:rPr lang="zh-CN" altLang="en-US" sz="1400" dirty="0">
                <a:latin typeface="微软雅黑" panose="020B0503020204020204" pitchFamily="34" charset="-122"/>
                <a:ea typeface="微软雅黑" panose="020B0503020204020204" pitchFamily="34" charset="-122"/>
              </a:rPr>
              <a:t>充电过程中，</a:t>
            </a:r>
            <a:r>
              <a:rPr lang="en-US" altLang="zh-CN" sz="1400" dirty="0">
                <a:latin typeface="微软雅黑" panose="020B0503020204020204" pitchFamily="34" charset="-122"/>
                <a:ea typeface="微软雅黑" panose="020B0503020204020204" pitchFamily="34" charset="-122"/>
              </a:rPr>
              <a:t>BMS </a:t>
            </a:r>
            <a:r>
              <a:rPr lang="zh-CN" altLang="en-US" sz="1400" dirty="0">
                <a:latin typeface="微软雅黑" panose="020B0503020204020204" pitchFamily="34" charset="-122"/>
                <a:ea typeface="微软雅黑" panose="020B0503020204020204" pitchFamily="34" charset="-122"/>
              </a:rPr>
              <a:t>监控各种参数的变化，包括异常参数（如：过压、过温、过流等），当达到充满电的要求、或者故障发生时，向充电机发送充电中止指令，主动停止充电过程</a:t>
            </a:r>
            <a:r>
              <a:rPr lang="zh-CN" altLang="en-US" sz="1400" dirty="0" smtClean="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
        <p:nvSpPr>
          <p:cNvPr id="4" name="矩形 3"/>
          <p:cNvSpPr/>
          <p:nvPr/>
        </p:nvSpPr>
        <p:spPr>
          <a:xfrm>
            <a:off x="5276045" y="1732733"/>
            <a:ext cx="6096000" cy="2954655"/>
          </a:xfrm>
          <a:prstGeom prst="rect">
            <a:avLst/>
          </a:prstGeom>
        </p:spPr>
        <p:txBody>
          <a:bodyPr>
            <a:spAutoFit/>
          </a:bodyPr>
          <a:lstStyle/>
          <a:p>
            <a:pPr lvl="2">
              <a:lnSpc>
                <a:spcPct val="150000"/>
              </a:lnSpc>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交流充电</a:t>
            </a:r>
          </a:p>
          <a:p>
            <a:pPr lvl="3">
              <a:lnSpc>
                <a:spcPct val="150000"/>
              </a:lnSpc>
            </a:pPr>
            <a:r>
              <a:rPr lang="zh-CN" altLang="en-US" sz="1400" dirty="0">
                <a:latin typeface="微软雅黑" panose="020B0503020204020204" pitchFamily="34" charset="-122"/>
                <a:ea typeface="微软雅黑" panose="020B0503020204020204" pitchFamily="34" charset="-122"/>
              </a:rPr>
              <a:t>通常，</a:t>
            </a:r>
            <a:r>
              <a:rPr lang="en-US" altLang="zh-CN" sz="1400" dirty="0">
                <a:latin typeface="微软雅黑" panose="020B0503020204020204" pitchFamily="34" charset="-122"/>
                <a:ea typeface="微软雅黑" panose="020B0503020204020204" pitchFamily="34" charset="-122"/>
              </a:rPr>
              <a:t>BMS </a:t>
            </a:r>
            <a:r>
              <a:rPr lang="zh-CN" altLang="en-US" sz="1400" dirty="0">
                <a:latin typeface="微软雅黑" panose="020B0503020204020204" pitchFamily="34" charset="-122"/>
                <a:ea typeface="微软雅黑" panose="020B0503020204020204" pitchFamily="34" charset="-122"/>
              </a:rPr>
              <a:t>向</a:t>
            </a:r>
            <a:r>
              <a:rPr lang="en-US" altLang="zh-CN" sz="1400" dirty="0">
                <a:latin typeface="微软雅黑" panose="020B0503020204020204" pitchFamily="34" charset="-122"/>
                <a:ea typeface="微软雅黑" panose="020B0503020204020204" pitchFamily="34" charset="-122"/>
              </a:rPr>
              <a:t>OBC </a:t>
            </a:r>
            <a:r>
              <a:rPr lang="zh-CN" altLang="en-US" sz="1400" dirty="0">
                <a:latin typeface="微软雅黑" panose="020B0503020204020204" pitchFamily="34" charset="-122"/>
                <a:ea typeface="微软雅黑" panose="020B0503020204020204" pitchFamily="34" charset="-122"/>
              </a:rPr>
              <a:t>发送电流需求及电压需求，通过</a:t>
            </a:r>
            <a:r>
              <a:rPr lang="en-US" altLang="zh-CN" sz="1400" dirty="0">
                <a:latin typeface="微软雅黑" panose="020B0503020204020204" pitchFamily="34" charset="-122"/>
                <a:ea typeface="微软雅黑" panose="020B0503020204020204" pitchFamily="34" charset="-122"/>
              </a:rPr>
              <a:t>OBC </a:t>
            </a:r>
            <a:r>
              <a:rPr lang="zh-CN" altLang="en-US" sz="1400" dirty="0">
                <a:latin typeface="微软雅黑" panose="020B0503020204020204" pitchFamily="34" charset="-122"/>
                <a:ea typeface="微软雅黑" panose="020B0503020204020204" pitchFamily="34" charset="-122"/>
              </a:rPr>
              <a:t>控制充电过程。</a:t>
            </a:r>
            <a:endParaRPr lang="en-US" altLang="zh-CN" sz="1400" dirty="0">
              <a:latin typeface="微软雅黑" panose="020B0503020204020204" pitchFamily="34" charset="-122"/>
              <a:ea typeface="微软雅黑" panose="020B0503020204020204" pitchFamily="34" charset="-122"/>
            </a:endParaRPr>
          </a:p>
          <a:p>
            <a:pPr lvl="3">
              <a:lnSpc>
                <a:spcPct val="150000"/>
              </a:lnSpc>
            </a:pPr>
            <a:r>
              <a:rPr lang="zh-CN" altLang="en-US" sz="1400" dirty="0">
                <a:latin typeface="微软雅黑" panose="020B0503020204020204" pitchFamily="34" charset="-122"/>
                <a:ea typeface="微软雅黑" panose="020B0503020204020204" pitchFamily="34" charset="-122"/>
              </a:rPr>
              <a:t>充电过程中，</a:t>
            </a:r>
            <a:r>
              <a:rPr lang="en-US" altLang="zh-CN" sz="1400" dirty="0">
                <a:latin typeface="微软雅黑" panose="020B0503020204020204" pitchFamily="34" charset="-122"/>
                <a:ea typeface="微软雅黑" panose="020B0503020204020204" pitchFamily="34" charset="-122"/>
              </a:rPr>
              <a:t>BMS </a:t>
            </a:r>
            <a:r>
              <a:rPr lang="zh-CN" altLang="en-US" sz="1400" dirty="0">
                <a:latin typeface="微软雅黑" panose="020B0503020204020204" pitchFamily="34" charset="-122"/>
                <a:ea typeface="微软雅黑" panose="020B0503020204020204" pitchFamily="34" charset="-122"/>
              </a:rPr>
              <a:t>监控各种参数的变化，包括异常参数（如：过压、过温、过流等），当达到充满电的要求、或者故障发生时，向</a:t>
            </a:r>
            <a:r>
              <a:rPr lang="en-US" altLang="zh-CN" sz="1400" dirty="0">
                <a:latin typeface="微软雅黑" panose="020B0503020204020204" pitchFamily="34" charset="-122"/>
                <a:ea typeface="微软雅黑" panose="020B0503020204020204" pitchFamily="34" charset="-122"/>
              </a:rPr>
              <a:t>OBC </a:t>
            </a:r>
            <a:r>
              <a:rPr lang="zh-CN" altLang="en-US" sz="1400" dirty="0">
                <a:latin typeface="微软雅黑" panose="020B0503020204020204" pitchFamily="34" charset="-122"/>
                <a:ea typeface="微软雅黑" panose="020B0503020204020204" pitchFamily="34" charset="-122"/>
              </a:rPr>
              <a:t>发送充电中止指令，主动停止充电过程。</a:t>
            </a:r>
            <a:endParaRPr lang="en-US" altLang="zh-CN" sz="1400" dirty="0">
              <a:latin typeface="微软雅黑" panose="020B0503020204020204" pitchFamily="34" charset="-122"/>
              <a:ea typeface="微软雅黑" panose="020B0503020204020204" pitchFamily="34" charset="-122"/>
            </a:endParaRPr>
          </a:p>
          <a:p>
            <a:pPr lvl="3">
              <a:lnSpc>
                <a:spcPct val="150000"/>
              </a:lnSpc>
            </a:pPr>
            <a:endParaRPr lang="zh-CN" altLang="en-US" sz="1400" dirty="0">
              <a:latin typeface="微软雅黑" panose="020B0503020204020204" pitchFamily="34" charset="-122"/>
              <a:ea typeface="微软雅黑" panose="020B0503020204020204" pitchFamily="34" charset="-122"/>
            </a:endParaRPr>
          </a:p>
          <a:p>
            <a:pPr lvl="3">
              <a:lnSpc>
                <a:spcPct val="150000"/>
              </a:lnSpc>
            </a:pPr>
            <a:endParaRPr lang="en-US" altLang="zh-CN" sz="1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724421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17">
            <a:extLst>
              <a:ext uri="{FF2B5EF4-FFF2-40B4-BE49-F238E27FC236}">
                <a16:creationId xmlns:a16="http://schemas.microsoft.com/office/drawing/2014/main" xmlns="" id="{69154672-B629-489A-AFC3-5BDBA4254A70}"/>
              </a:ext>
            </a:extLst>
          </p:cNvPr>
          <p:cNvSpPr txBox="1">
            <a:spLocks/>
          </p:cNvSpPr>
          <p:nvPr/>
        </p:nvSpPr>
        <p:spPr>
          <a:xfrm>
            <a:off x="190094" y="425830"/>
            <a:ext cx="3817473" cy="4168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400" kern="1200" dirty="0" smtClean="0">
                <a:solidFill>
                  <a:schemeClr val="tx1"/>
                </a:solidFill>
                <a:effectLst/>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000" kern="1200" dirty="0" smtClean="0">
                <a:solidFill>
                  <a:schemeClr val="tx1"/>
                </a:solidFill>
                <a:effectLst/>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effectLst/>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effectLst/>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600" kern="1200" dirty="0">
                <a:solidFill>
                  <a:schemeClr val="tx1"/>
                </a:solidFill>
                <a:effectLst/>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电池能量管理</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8" name="矩形 47">
            <a:extLst>
              <a:ext uri="{FF2B5EF4-FFF2-40B4-BE49-F238E27FC236}">
                <a16:creationId xmlns:a16="http://schemas.microsoft.com/office/drawing/2014/main" xmlns="" id="{35654E17-1864-4C97-9F64-FF6AF7BFDC72}"/>
              </a:ext>
            </a:extLst>
          </p:cNvPr>
          <p:cNvSpPr/>
          <p:nvPr/>
        </p:nvSpPr>
        <p:spPr>
          <a:xfrm>
            <a:off x="0" y="425830"/>
            <a:ext cx="129092" cy="369332"/>
          </a:xfrm>
          <a:prstGeom prst="rect">
            <a:avLst/>
          </a:prstGeom>
          <a:solidFill>
            <a:srgbClr val="424C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内容占位符 8"/>
          <p:cNvSpPr>
            <a:spLocks noGrp="1"/>
          </p:cNvSpPr>
          <p:nvPr>
            <p:ph sz="quarter" idx="4294967295"/>
          </p:nvPr>
        </p:nvSpPr>
        <p:spPr>
          <a:xfrm>
            <a:off x="-685800" y="1118514"/>
            <a:ext cx="6553200" cy="4847188"/>
          </a:xfrm>
          <a:prstGeom prst="rect">
            <a:avLst/>
          </a:prstGeom>
        </p:spPr>
        <p:txBody>
          <a:bodyPr>
            <a:noAutofit/>
          </a:bodyPr>
          <a:lstStyle/>
          <a:p>
            <a:pPr marL="914400" lvl="2" indent="0">
              <a:lnSpc>
                <a:spcPct val="150000"/>
              </a:lnSpc>
              <a:buNone/>
            </a:pPr>
            <a:r>
              <a:rPr lang="zh-CN" altLang="en-US" sz="1800" dirty="0">
                <a:latin typeface="微软雅黑" panose="020B0503020204020204" pitchFamily="34" charset="-122"/>
                <a:ea typeface="微软雅黑" panose="020B0503020204020204" pitchFamily="34" charset="-122"/>
              </a:rPr>
              <a:t>充电功率控制</a:t>
            </a:r>
            <a:r>
              <a:rPr lang="zh-CN" altLang="en-US" sz="1800" dirty="0" smtClean="0">
                <a:latin typeface="微软雅黑" panose="020B0503020204020204" pitchFamily="34" charset="-122"/>
                <a:ea typeface="微软雅黑" panose="020B0503020204020204" pitchFamily="34" charset="-122"/>
              </a:rPr>
              <a:t>策略</a:t>
            </a:r>
            <a:endParaRPr lang="en-US" altLang="zh-CN" sz="1800" dirty="0" smtClean="0">
              <a:latin typeface="微软雅黑" panose="020B0503020204020204" pitchFamily="34" charset="-122"/>
              <a:ea typeface="微软雅黑" panose="020B0503020204020204" pitchFamily="34" charset="-122"/>
            </a:endParaRPr>
          </a:p>
          <a:p>
            <a:pPr marL="1200150" lvl="2" indent="-285750">
              <a:lnSpc>
                <a:spcPct val="150000"/>
              </a:lnSpc>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大功率充电功率控制策略</a:t>
            </a:r>
          </a:p>
          <a:p>
            <a:pPr marL="1543050" lvl="3" indent="-171450">
              <a:lnSpc>
                <a:spcPct val="150000"/>
              </a:lnSpc>
              <a:spcAft>
                <a:spcPts val="1200"/>
              </a:spcAft>
            </a:pPr>
            <a:r>
              <a:rPr lang="zh-CN" altLang="en-US" sz="1400" dirty="0">
                <a:latin typeface="微软雅黑" panose="020B0503020204020204" pitchFamily="34" charset="-122"/>
                <a:ea typeface="微软雅黑" panose="020B0503020204020204" pitchFamily="34" charset="-122"/>
              </a:rPr>
              <a:t>电池供应商应充分执行大功率充电测试，提供规定时间内（例如：</a:t>
            </a:r>
            <a:r>
              <a:rPr lang="en-US" altLang="zh-CN" sz="1400" dirty="0">
                <a:latin typeface="微软雅黑" panose="020B0503020204020204" pitchFamily="34" charset="-122"/>
                <a:ea typeface="微软雅黑" panose="020B0503020204020204" pitchFamily="34" charset="-122"/>
              </a:rPr>
              <a:t>10min</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15min</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20min</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30min</a:t>
            </a:r>
            <a:r>
              <a:rPr lang="zh-CN" altLang="en-US" sz="1400" dirty="0">
                <a:latin typeface="微软雅黑" panose="020B0503020204020204" pitchFamily="34" charset="-122"/>
                <a:ea typeface="微软雅黑" panose="020B0503020204020204" pitchFamily="34" charset="-122"/>
              </a:rPr>
              <a:t>）允许的最大电流值，该数值需要考虑温度、</a:t>
            </a:r>
            <a:r>
              <a:rPr lang="en-US" altLang="zh-CN" sz="1400" dirty="0">
                <a:latin typeface="微软雅黑" panose="020B0503020204020204" pitchFamily="34" charset="-122"/>
                <a:ea typeface="微软雅黑" panose="020B0503020204020204" pitchFamily="34" charset="-122"/>
              </a:rPr>
              <a:t>SOC </a:t>
            </a:r>
            <a:r>
              <a:rPr lang="zh-CN" altLang="en-US" sz="1400" dirty="0">
                <a:latin typeface="微软雅黑" panose="020B0503020204020204" pitchFamily="34" charset="-122"/>
                <a:ea typeface="微软雅黑" panose="020B0503020204020204" pitchFamily="34" charset="-122"/>
              </a:rPr>
              <a:t>及</a:t>
            </a:r>
            <a:r>
              <a:rPr lang="en-US" altLang="zh-CN" sz="1400" dirty="0">
                <a:latin typeface="微软雅黑" panose="020B0503020204020204" pitchFamily="34" charset="-122"/>
                <a:ea typeface="微软雅黑" panose="020B0503020204020204" pitchFamily="34" charset="-122"/>
              </a:rPr>
              <a:t>SOH</a:t>
            </a:r>
            <a:r>
              <a:rPr lang="zh-CN" altLang="en-US" sz="1400" dirty="0">
                <a:latin typeface="微软雅黑" panose="020B0503020204020204" pitchFamily="34" charset="-122"/>
                <a:ea typeface="微软雅黑" panose="020B0503020204020204" pitchFamily="34" charset="-122"/>
              </a:rPr>
              <a:t>的影响。</a:t>
            </a:r>
          </a:p>
          <a:p>
            <a:pPr marL="1543050" lvl="3" indent="-171450">
              <a:lnSpc>
                <a:spcPct val="150000"/>
              </a:lnSpc>
              <a:spcAft>
                <a:spcPts val="1200"/>
              </a:spcAft>
            </a:pPr>
            <a:r>
              <a:rPr lang="zh-CN" altLang="en-US" sz="1400" dirty="0">
                <a:latin typeface="微软雅黑" panose="020B0503020204020204" pitchFamily="34" charset="-122"/>
                <a:ea typeface="微软雅黑" panose="020B0503020204020204" pitchFamily="34" charset="-122"/>
              </a:rPr>
              <a:t>温度测量应尽量覆盖充电回路中可能的高温点，包括：电池模组的最高</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最低温度点、车辆与充电桩的连接器、充电线缆、分流器形式电流传感器；同时应关注模组间连接铜排、电池包充电连接器的温度。</a:t>
            </a:r>
          </a:p>
          <a:p>
            <a:pPr marL="1543050" lvl="3" indent="-171450">
              <a:lnSpc>
                <a:spcPct val="150000"/>
              </a:lnSpc>
              <a:spcAft>
                <a:spcPts val="1200"/>
              </a:spcAft>
            </a:pPr>
            <a:r>
              <a:rPr lang="en-US" altLang="zh-CN" sz="1400" dirty="0">
                <a:latin typeface="微软雅黑" panose="020B0503020204020204" pitchFamily="34" charset="-122"/>
                <a:ea typeface="微软雅黑" panose="020B0503020204020204" pitchFamily="34" charset="-122"/>
              </a:rPr>
              <a:t>BMS </a:t>
            </a:r>
            <a:r>
              <a:rPr lang="zh-CN" altLang="en-US" sz="1400" dirty="0">
                <a:latin typeface="微软雅黑" panose="020B0503020204020204" pitchFamily="34" charset="-122"/>
                <a:ea typeface="微软雅黑" panose="020B0503020204020204" pitchFamily="34" charset="-122"/>
              </a:rPr>
              <a:t>应监控充电功率、温控点温度，当充电功率、测量点温度超出限制阈值，应及时向充电机通报故障</a:t>
            </a:r>
            <a:r>
              <a:rPr lang="zh-CN" altLang="en-US" sz="1400" dirty="0" smtClean="0">
                <a:latin typeface="微软雅黑" panose="020B0503020204020204" pitchFamily="34" charset="-122"/>
                <a:ea typeface="微软雅黑" panose="020B0503020204020204" pitchFamily="34" charset="-122"/>
              </a:rPr>
              <a:t>。</a:t>
            </a:r>
            <a:endParaRPr lang="en-US" altLang="zh-CN" sz="1800" dirty="0" smtClean="0">
              <a:latin typeface="微软雅黑" panose="020B0503020204020204" pitchFamily="34" charset="-122"/>
              <a:ea typeface="微软雅黑" panose="020B0503020204020204" pitchFamily="34" charset="-122"/>
            </a:endParaRPr>
          </a:p>
          <a:p>
            <a:pPr marL="1371600" lvl="3" indent="0">
              <a:lnSpc>
                <a:spcPct val="150000"/>
              </a:lnSpc>
              <a:buNone/>
            </a:pPr>
            <a:endParaRPr lang="en-US" altLang="zh-CN" sz="1000" dirty="0" smtClean="0">
              <a:latin typeface="微软雅黑" panose="020B0503020204020204" pitchFamily="34" charset="-122"/>
              <a:ea typeface="微软雅黑" panose="020B0503020204020204" pitchFamily="34" charset="-122"/>
            </a:endParaRPr>
          </a:p>
        </p:txBody>
      </p:sp>
      <p:sp>
        <p:nvSpPr>
          <p:cNvPr id="3" name="矩形 2"/>
          <p:cNvSpPr/>
          <p:nvPr/>
        </p:nvSpPr>
        <p:spPr>
          <a:xfrm>
            <a:off x="5098719" y="1894972"/>
            <a:ext cx="6096000" cy="4070730"/>
          </a:xfrm>
          <a:prstGeom prst="rect">
            <a:avLst/>
          </a:prstGeom>
        </p:spPr>
        <p:txBody>
          <a:bodyPr>
            <a:spAutoFit/>
          </a:bodyPr>
          <a:lstStyle/>
          <a:p>
            <a:pPr marL="1543050" lvl="3" indent="-171450">
              <a:lnSpc>
                <a:spcPct val="150000"/>
              </a:lnSpc>
              <a:spcAft>
                <a:spcPts val="1200"/>
              </a:spcAft>
              <a:buFont typeface="Arial" panose="020B0604020202020204" pitchFamily="34" charset="0"/>
              <a:buChar char="•"/>
            </a:pPr>
            <a:r>
              <a:rPr lang="zh-CN" altLang="en-US" sz="1400" dirty="0" smtClean="0">
                <a:latin typeface="微软雅黑" panose="020B0503020204020204" pitchFamily="34" charset="-122"/>
                <a:ea typeface="微软雅黑" panose="020B0503020204020204" pitchFamily="34" charset="-122"/>
              </a:rPr>
              <a:t>当</a:t>
            </a:r>
            <a:r>
              <a:rPr lang="zh-CN" altLang="en-US" sz="1400" dirty="0">
                <a:latin typeface="微软雅黑" panose="020B0503020204020204" pitchFamily="34" charset="-122"/>
                <a:ea typeface="微软雅黑" panose="020B0503020204020204" pitchFamily="34" charset="-122"/>
              </a:rPr>
              <a:t>发生故障需要停止大功率充电时，</a:t>
            </a:r>
            <a:r>
              <a:rPr lang="en-US" altLang="zh-CN" sz="1400" dirty="0">
                <a:latin typeface="微软雅黑" panose="020B0503020204020204" pitchFamily="34" charset="-122"/>
                <a:ea typeface="微软雅黑" panose="020B0503020204020204" pitchFamily="34" charset="-122"/>
              </a:rPr>
              <a:t>BMS </a:t>
            </a:r>
            <a:r>
              <a:rPr lang="zh-CN" altLang="en-US" sz="1400" dirty="0">
                <a:latin typeface="微软雅黑" panose="020B0503020204020204" pitchFamily="34" charset="-122"/>
                <a:ea typeface="微软雅黑" panose="020B0503020204020204" pitchFamily="34" charset="-122"/>
              </a:rPr>
              <a:t>首先申请充电桩降低输出功率，由充电桩控制结束充电过程。如充电桩故障致使无法停止充电，</a:t>
            </a:r>
            <a:r>
              <a:rPr lang="en-US" altLang="zh-CN" sz="1400" dirty="0">
                <a:latin typeface="微软雅黑" panose="020B0503020204020204" pitchFamily="34" charset="-122"/>
                <a:ea typeface="微软雅黑" panose="020B0503020204020204" pitchFamily="34" charset="-122"/>
              </a:rPr>
              <a:t>BMS </a:t>
            </a:r>
            <a:r>
              <a:rPr lang="zh-CN" altLang="en-US" sz="1400" dirty="0">
                <a:latin typeface="微软雅黑" panose="020B0503020204020204" pitchFamily="34" charset="-122"/>
                <a:ea typeface="微软雅黑" panose="020B0503020204020204" pitchFamily="34" charset="-122"/>
              </a:rPr>
              <a:t>应紧急断开充电继电器，停止大功率充电</a:t>
            </a:r>
            <a:r>
              <a:rPr lang="zh-CN" altLang="en-US" sz="1400" dirty="0" smtClean="0">
                <a:latin typeface="微软雅黑" panose="020B0503020204020204" pitchFamily="34" charset="-122"/>
                <a:ea typeface="微软雅黑" panose="020B0503020204020204" pitchFamily="34" charset="-122"/>
              </a:rPr>
              <a:t>。</a:t>
            </a:r>
            <a:endParaRPr lang="en-US" altLang="zh-CN" sz="1400" dirty="0" smtClean="0">
              <a:latin typeface="微软雅黑" panose="020B0503020204020204" pitchFamily="34" charset="-122"/>
              <a:ea typeface="微软雅黑" panose="020B0503020204020204" pitchFamily="34" charset="-122"/>
            </a:endParaRPr>
          </a:p>
          <a:p>
            <a:pPr marL="1543050" lvl="3" indent="-171450">
              <a:lnSpc>
                <a:spcPct val="150000"/>
              </a:lnSpc>
              <a:spcAft>
                <a:spcPts val="1200"/>
              </a:spcAft>
              <a:buFont typeface="Arial" panose="020B0604020202020204" pitchFamily="34" charset="0"/>
              <a:buChar char="•"/>
            </a:pPr>
            <a:r>
              <a:rPr lang="zh-CN" altLang="en-US" sz="1400" dirty="0" smtClean="0">
                <a:latin typeface="微软雅黑" panose="020B0503020204020204" pitchFamily="34" charset="-122"/>
                <a:ea typeface="微软雅黑" panose="020B0503020204020204" pitchFamily="34" charset="-122"/>
              </a:rPr>
              <a:t>针对</a:t>
            </a:r>
            <a:r>
              <a:rPr lang="zh-CN" altLang="en-US" sz="1400" dirty="0">
                <a:latin typeface="微软雅黑" panose="020B0503020204020204" pitchFamily="34" charset="-122"/>
                <a:ea typeface="微软雅黑" panose="020B0503020204020204" pitchFamily="34" charset="-122"/>
              </a:rPr>
              <a:t>大功率充电可能持续产生的大量热量，应优化热管理策略，适当降低启动制冷功能的温度阈值。充电结束后，如果电池包温度仍然偏高，需要继续维持制冷功能，使电池系统温度回到合理范围</a:t>
            </a:r>
            <a:r>
              <a:rPr lang="zh-CN" altLang="en-US" sz="1400" dirty="0" smtClean="0">
                <a:latin typeface="微软雅黑" panose="020B0503020204020204" pitchFamily="34" charset="-122"/>
                <a:ea typeface="微软雅黑" panose="020B0503020204020204" pitchFamily="34" charset="-122"/>
              </a:rPr>
              <a:t>。</a:t>
            </a:r>
            <a:endParaRPr lang="en-US" altLang="zh-CN" sz="1400" dirty="0" smtClean="0">
              <a:latin typeface="微软雅黑" panose="020B0503020204020204" pitchFamily="34" charset="-122"/>
              <a:ea typeface="微软雅黑" panose="020B0503020204020204" pitchFamily="34" charset="-122"/>
            </a:endParaRPr>
          </a:p>
          <a:p>
            <a:pPr marL="1543050" lvl="3" indent="-171450">
              <a:lnSpc>
                <a:spcPct val="150000"/>
              </a:lnSpc>
              <a:spcAft>
                <a:spcPts val="1200"/>
              </a:spcAft>
              <a:buFont typeface="Arial" panose="020B0604020202020204" pitchFamily="34" charset="0"/>
              <a:buChar char="•"/>
            </a:pPr>
            <a:r>
              <a:rPr lang="zh-CN" altLang="en-US" sz="1400" dirty="0" smtClean="0">
                <a:latin typeface="微软雅黑" panose="020B0503020204020204" pitchFamily="34" charset="-122"/>
                <a:ea typeface="微软雅黑" panose="020B0503020204020204" pitchFamily="34" charset="-122"/>
              </a:rPr>
              <a:t>应</a:t>
            </a:r>
            <a:r>
              <a:rPr lang="zh-CN" altLang="en-US" sz="1400" dirty="0">
                <a:latin typeface="微软雅黑" panose="020B0503020204020204" pitchFamily="34" charset="-122"/>
                <a:ea typeface="微软雅黑" panose="020B0503020204020204" pitchFamily="34" charset="-122"/>
              </a:rPr>
              <a:t>监控大功率充电的使用频率，避免频繁执行大功率充电可能导致的电池性能下降或安全隐患</a:t>
            </a:r>
          </a:p>
          <a:p>
            <a:pPr marL="1543050" lvl="3" indent="-171450">
              <a:lnSpc>
                <a:spcPct val="150000"/>
              </a:lnSpc>
              <a:spcAft>
                <a:spcPts val="1200"/>
              </a:spcAft>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62138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17">
            <a:extLst>
              <a:ext uri="{FF2B5EF4-FFF2-40B4-BE49-F238E27FC236}">
                <a16:creationId xmlns:a16="http://schemas.microsoft.com/office/drawing/2014/main" xmlns="" id="{69154672-B629-489A-AFC3-5BDBA4254A70}"/>
              </a:ext>
            </a:extLst>
          </p:cNvPr>
          <p:cNvSpPr txBox="1">
            <a:spLocks/>
          </p:cNvSpPr>
          <p:nvPr/>
        </p:nvSpPr>
        <p:spPr>
          <a:xfrm>
            <a:off x="190094" y="425830"/>
            <a:ext cx="3817473" cy="4168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400" kern="1200" dirty="0" smtClean="0">
                <a:solidFill>
                  <a:schemeClr val="tx1"/>
                </a:solidFill>
                <a:effectLst/>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000" kern="1200" dirty="0" smtClean="0">
                <a:solidFill>
                  <a:schemeClr val="tx1"/>
                </a:solidFill>
                <a:effectLst/>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effectLst/>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effectLst/>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600" kern="1200" dirty="0">
                <a:solidFill>
                  <a:schemeClr val="tx1"/>
                </a:solidFill>
                <a:effectLst/>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电池热管理</a:t>
            </a:r>
          </a:p>
        </p:txBody>
      </p:sp>
      <p:sp>
        <p:nvSpPr>
          <p:cNvPr id="48" name="矩形 47">
            <a:extLst>
              <a:ext uri="{FF2B5EF4-FFF2-40B4-BE49-F238E27FC236}">
                <a16:creationId xmlns:a16="http://schemas.microsoft.com/office/drawing/2014/main" xmlns="" id="{35654E17-1864-4C97-9F64-FF6AF7BFDC72}"/>
              </a:ext>
            </a:extLst>
          </p:cNvPr>
          <p:cNvSpPr/>
          <p:nvPr/>
        </p:nvSpPr>
        <p:spPr>
          <a:xfrm>
            <a:off x="0" y="425830"/>
            <a:ext cx="129092" cy="369332"/>
          </a:xfrm>
          <a:prstGeom prst="rect">
            <a:avLst/>
          </a:prstGeom>
          <a:solidFill>
            <a:srgbClr val="424C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内容占位符 1"/>
          <p:cNvSpPr>
            <a:spLocks noGrp="1"/>
          </p:cNvSpPr>
          <p:nvPr>
            <p:ph sz="quarter" idx="4294967295"/>
          </p:nvPr>
        </p:nvSpPr>
        <p:spPr>
          <a:xfrm>
            <a:off x="0" y="1174823"/>
            <a:ext cx="5760640" cy="4829531"/>
          </a:xfrm>
          <a:prstGeom prst="rect">
            <a:avLst/>
          </a:prstGeom>
        </p:spPr>
        <p:txBody>
          <a:bodyPr/>
          <a:lstStyle/>
          <a:p>
            <a:pPr marL="0" indent="457200">
              <a:lnSpc>
                <a:spcPct val="150000"/>
              </a:lnSpc>
              <a:buNone/>
            </a:pPr>
            <a:r>
              <a:rPr lang="zh-CN" altLang="en-US" sz="2000" dirty="0" smtClean="0">
                <a:latin typeface="微软雅黑" panose="020B0503020204020204" pitchFamily="34" charset="-122"/>
                <a:ea typeface="微软雅黑" panose="020B0503020204020204" pitchFamily="34" charset="-122"/>
              </a:rPr>
              <a:t>电池热管理</a:t>
            </a:r>
            <a:endParaRPr lang="en-US" altLang="zh-CN" sz="2000" dirty="0" smtClean="0">
              <a:latin typeface="微软雅黑" panose="020B0503020204020204" pitchFamily="34" charset="-122"/>
              <a:ea typeface="微软雅黑" panose="020B0503020204020204" pitchFamily="34" charset="-122"/>
            </a:endParaRPr>
          </a:p>
          <a:p>
            <a:pPr marL="971550" lvl="1" indent="-285750">
              <a:lnSpc>
                <a:spcPct val="150000"/>
              </a:lnSpc>
              <a:buFont typeface="Wingdings" panose="05000000000000000000" pitchFamily="2" charset="2"/>
              <a:buChar char="p"/>
            </a:pPr>
            <a:r>
              <a:rPr lang="zh-CN" altLang="en-US" sz="1800" dirty="0" smtClean="0">
                <a:latin typeface="微软雅黑" panose="020B0503020204020204" pitchFamily="34" charset="-122"/>
                <a:ea typeface="微软雅黑" panose="020B0503020204020204" pitchFamily="34" charset="-122"/>
              </a:rPr>
              <a:t>电池</a:t>
            </a:r>
            <a:r>
              <a:rPr lang="zh-CN" altLang="en-US" sz="1800" dirty="0">
                <a:latin typeface="微软雅黑" panose="020B0503020204020204" pitchFamily="34" charset="-122"/>
                <a:ea typeface="微软雅黑" panose="020B0503020204020204" pitchFamily="34" charset="-122"/>
              </a:rPr>
              <a:t>温度准确测量和监控，当电池温度超过限值时，有效散热降温；低温条件时，快速加热，使电池系统处于正常运行的温度范围</a:t>
            </a:r>
            <a:endParaRPr lang="en-US" altLang="zh-CN" sz="1800" dirty="0">
              <a:latin typeface="微软雅黑" panose="020B0503020204020204" pitchFamily="34" charset="-122"/>
              <a:ea typeface="微软雅黑" panose="020B0503020204020204" pitchFamily="34" charset="-122"/>
            </a:endParaRPr>
          </a:p>
          <a:p>
            <a:pPr lvl="2" indent="457200">
              <a:lnSpc>
                <a:spcPct val="150000"/>
              </a:lnSpc>
            </a:pPr>
            <a:r>
              <a:rPr lang="zh-CN" altLang="zh-CN" sz="1600" dirty="0">
                <a:latin typeface="微软雅黑" panose="020B0503020204020204" pitchFamily="34" charset="-122"/>
                <a:ea typeface="微软雅黑" panose="020B0503020204020204" pitchFamily="34" charset="-122"/>
              </a:rPr>
              <a:t>自然冷却</a:t>
            </a:r>
          </a:p>
          <a:p>
            <a:pPr lvl="2" indent="457200">
              <a:lnSpc>
                <a:spcPct val="150000"/>
              </a:lnSpc>
            </a:pPr>
            <a:r>
              <a:rPr lang="zh-CN" altLang="zh-CN" sz="1600" dirty="0">
                <a:latin typeface="微软雅黑" panose="020B0503020204020204" pitchFamily="34" charset="-122"/>
                <a:ea typeface="微软雅黑" panose="020B0503020204020204" pitchFamily="34" charset="-122"/>
              </a:rPr>
              <a:t>强制风冷</a:t>
            </a:r>
          </a:p>
          <a:p>
            <a:pPr lvl="2" indent="457200">
              <a:lnSpc>
                <a:spcPct val="150000"/>
              </a:lnSpc>
            </a:pPr>
            <a:r>
              <a:rPr lang="zh-CN" altLang="zh-CN" sz="1600" dirty="0">
                <a:latin typeface="微软雅黑" panose="020B0503020204020204" pitchFamily="34" charset="-122"/>
                <a:ea typeface="微软雅黑" panose="020B0503020204020204" pitchFamily="34" charset="-122"/>
              </a:rPr>
              <a:t>液冷</a:t>
            </a:r>
          </a:p>
          <a:p>
            <a:pPr lvl="2" indent="457200">
              <a:lnSpc>
                <a:spcPct val="150000"/>
              </a:lnSpc>
            </a:pPr>
            <a:r>
              <a:rPr lang="zh-CN" altLang="zh-CN" sz="1600" dirty="0">
                <a:latin typeface="微软雅黑" panose="020B0503020204020204" pitchFamily="34" charset="-122"/>
                <a:ea typeface="微软雅黑" panose="020B0503020204020204" pitchFamily="34" charset="-122"/>
              </a:rPr>
              <a:t>直冷</a:t>
            </a:r>
          </a:p>
          <a:p>
            <a:pPr lvl="2" indent="457200">
              <a:lnSpc>
                <a:spcPct val="150000"/>
              </a:lnSpc>
            </a:pPr>
            <a:r>
              <a:rPr lang="zh-CN" altLang="zh-CN" sz="1600" dirty="0">
                <a:latin typeface="微软雅黑" panose="020B0503020204020204" pitchFamily="34" charset="-122"/>
                <a:ea typeface="微软雅黑" panose="020B0503020204020204" pitchFamily="34" charset="-122"/>
              </a:rPr>
              <a:t>相变材料</a:t>
            </a:r>
          </a:p>
          <a:p>
            <a:pPr indent="457200">
              <a:lnSpc>
                <a:spcPct val="150000"/>
              </a:lnSpc>
            </a:pPr>
            <a:endParaRPr lang="en-US" altLang="zh-CN" sz="2000" dirty="0">
              <a:latin typeface="微软雅黑" panose="020B0503020204020204" pitchFamily="34" charset="-122"/>
              <a:ea typeface="微软雅黑" panose="020B0503020204020204" pitchFamily="34" charset="-122"/>
            </a:endParaRPr>
          </a:p>
        </p:txBody>
      </p:sp>
      <p:sp>
        <p:nvSpPr>
          <p:cNvPr id="8" name="内容占位符 8"/>
          <p:cNvSpPr>
            <a:spLocks noGrp="1"/>
          </p:cNvSpPr>
          <p:nvPr>
            <p:ph sz="quarter" idx="4294967295"/>
          </p:nvPr>
        </p:nvSpPr>
        <p:spPr>
          <a:xfrm>
            <a:off x="5760640" y="1804750"/>
            <a:ext cx="5760640" cy="2097549"/>
          </a:xfrm>
          <a:prstGeom prst="rect">
            <a:avLst/>
          </a:prstGeom>
        </p:spPr>
        <p:txBody>
          <a:bodyPr/>
          <a:lstStyle/>
          <a:p>
            <a:pPr marL="457200" lvl="1" indent="457200">
              <a:lnSpc>
                <a:spcPct val="150000"/>
              </a:lnSpc>
              <a:buNone/>
            </a:pPr>
            <a:r>
              <a:rPr lang="zh-CN" altLang="en-US" sz="1800" dirty="0" smtClean="0">
                <a:latin typeface="微软雅黑" panose="020B0503020204020204" pitchFamily="34" charset="-122"/>
                <a:ea typeface="微软雅黑" panose="020B0503020204020204" pitchFamily="34" charset="-122"/>
              </a:rPr>
              <a:t>能够</a:t>
            </a:r>
            <a:r>
              <a:rPr lang="zh-CN" altLang="en-US" sz="1800" dirty="0">
                <a:latin typeface="微软雅黑" panose="020B0503020204020204" pitchFamily="34" charset="-122"/>
                <a:ea typeface="微软雅黑" panose="020B0503020204020204" pitchFamily="34" charset="-122"/>
              </a:rPr>
              <a:t>根据测量信息及电池使用条件，通过热管理系统对电池系统内部温度进行有效的调控，使电池充放电过程执行在合适的温度区间，避免因单次或累积的高低温操作引发的电池安全隐患。</a:t>
            </a:r>
            <a:endParaRPr lang="en-US" altLang="zh-CN" sz="1800" dirty="0">
              <a:latin typeface="微软雅黑" panose="020B0503020204020204" pitchFamily="34" charset="-122"/>
              <a:ea typeface="微软雅黑" panose="020B0503020204020204" pitchFamily="34" charset="-122"/>
            </a:endParaRPr>
          </a:p>
          <a:p>
            <a:pPr marL="457200" lvl="1" indent="457200">
              <a:lnSpc>
                <a:spcPct val="150000"/>
              </a:lnSpc>
              <a:buNone/>
            </a:pPr>
            <a:endParaRPr lang="zh-CN" altLang="en-US" sz="1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352235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17">
            <a:extLst>
              <a:ext uri="{FF2B5EF4-FFF2-40B4-BE49-F238E27FC236}">
                <a16:creationId xmlns:a16="http://schemas.microsoft.com/office/drawing/2014/main" xmlns="" id="{69154672-B629-489A-AFC3-5BDBA4254A70}"/>
              </a:ext>
            </a:extLst>
          </p:cNvPr>
          <p:cNvSpPr txBox="1">
            <a:spLocks/>
          </p:cNvSpPr>
          <p:nvPr/>
        </p:nvSpPr>
        <p:spPr>
          <a:xfrm>
            <a:off x="190094" y="425830"/>
            <a:ext cx="3817473" cy="4168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400" kern="1200" dirty="0" smtClean="0">
                <a:solidFill>
                  <a:schemeClr val="tx1"/>
                </a:solidFill>
                <a:effectLst/>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000" kern="1200" dirty="0" smtClean="0">
                <a:solidFill>
                  <a:schemeClr val="tx1"/>
                </a:solidFill>
                <a:effectLst/>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effectLst/>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effectLst/>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600" kern="1200" dirty="0">
                <a:solidFill>
                  <a:schemeClr val="tx1"/>
                </a:solidFill>
                <a:effectLst/>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电池信息管理</a:t>
            </a:r>
          </a:p>
        </p:txBody>
      </p:sp>
      <p:sp>
        <p:nvSpPr>
          <p:cNvPr id="48" name="矩形 47">
            <a:extLst>
              <a:ext uri="{FF2B5EF4-FFF2-40B4-BE49-F238E27FC236}">
                <a16:creationId xmlns:a16="http://schemas.microsoft.com/office/drawing/2014/main" xmlns="" id="{35654E17-1864-4C97-9F64-FF6AF7BFDC72}"/>
              </a:ext>
            </a:extLst>
          </p:cNvPr>
          <p:cNvSpPr/>
          <p:nvPr/>
        </p:nvSpPr>
        <p:spPr>
          <a:xfrm>
            <a:off x="0" y="425830"/>
            <a:ext cx="129092" cy="369332"/>
          </a:xfrm>
          <a:prstGeom prst="rect">
            <a:avLst/>
          </a:prstGeom>
          <a:solidFill>
            <a:srgbClr val="424C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内容占位符 1"/>
          <p:cNvSpPr>
            <a:spLocks noGrp="1"/>
          </p:cNvSpPr>
          <p:nvPr>
            <p:ph sz="quarter" idx="4294967295"/>
          </p:nvPr>
        </p:nvSpPr>
        <p:spPr>
          <a:xfrm>
            <a:off x="0" y="1277855"/>
            <a:ext cx="4610637" cy="3178235"/>
          </a:xfrm>
          <a:prstGeom prst="rect">
            <a:avLst/>
          </a:prstGeom>
        </p:spPr>
        <p:txBody>
          <a:bodyPr/>
          <a:lstStyle/>
          <a:p>
            <a:pPr lvl="1">
              <a:lnSpc>
                <a:spcPct val="150000"/>
              </a:lnSpc>
              <a:buFont typeface="Wingdings" panose="05000000000000000000" pitchFamily="2" charset="2"/>
              <a:buChar char="p"/>
            </a:pPr>
            <a:r>
              <a:rPr lang="en-US" altLang="zh-CN" sz="1800" dirty="0" smtClean="0">
                <a:latin typeface="微软雅黑" panose="020B0503020204020204" pitchFamily="34" charset="-122"/>
                <a:ea typeface="微软雅黑" panose="020B0503020204020204" pitchFamily="34" charset="-122"/>
              </a:rPr>
              <a:t>BMS</a:t>
            </a:r>
            <a:r>
              <a:rPr lang="zh-CN" altLang="en-US" sz="1800" dirty="0">
                <a:latin typeface="微软雅黑" panose="020B0503020204020204" pitchFamily="34" charset="-122"/>
                <a:ea typeface="微软雅黑" panose="020B0503020204020204" pitchFamily="34" charset="-122"/>
              </a:rPr>
              <a:t>系统内外信息交互</a:t>
            </a:r>
            <a:endParaRPr lang="en-US" altLang="zh-CN" sz="1800" dirty="0">
              <a:latin typeface="微软雅黑" panose="020B0503020204020204" pitchFamily="34" charset="-122"/>
              <a:ea typeface="微软雅黑" panose="020B0503020204020204" pitchFamily="34" charset="-122"/>
            </a:endParaRPr>
          </a:p>
          <a:p>
            <a:pPr lvl="2">
              <a:lnSpc>
                <a:spcPct val="150000"/>
              </a:lnSpc>
            </a:pPr>
            <a:r>
              <a:rPr lang="zh-CN" altLang="en-US" sz="1600" dirty="0">
                <a:latin typeface="微软雅黑" panose="020B0503020204020204" pitchFamily="34" charset="-122"/>
                <a:ea typeface="微软雅黑" panose="020B0503020204020204" pitchFamily="34" charset="-122"/>
              </a:rPr>
              <a:t>与整车控制器、仪表以及云端数据库之间进行电池系统的信息交流</a:t>
            </a:r>
            <a:endParaRPr lang="en-US" altLang="zh-CN" sz="160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p"/>
            </a:pPr>
            <a:r>
              <a:rPr lang="zh-CN" altLang="en-US" sz="1800" dirty="0">
                <a:latin typeface="微软雅黑" panose="020B0503020204020204" pitchFamily="34" charset="-122"/>
                <a:ea typeface="微软雅黑" panose="020B0503020204020204" pitchFamily="34" charset="-122"/>
              </a:rPr>
              <a:t>历史信息存储</a:t>
            </a:r>
            <a:endParaRPr lang="en-US" altLang="zh-CN" sz="1800" dirty="0">
              <a:latin typeface="微软雅黑" panose="020B0503020204020204" pitchFamily="34" charset="-122"/>
              <a:ea typeface="微软雅黑" panose="020B0503020204020204" pitchFamily="34" charset="-122"/>
            </a:endParaRPr>
          </a:p>
          <a:p>
            <a:pPr lvl="2">
              <a:lnSpc>
                <a:spcPct val="150000"/>
              </a:lnSpc>
            </a:pPr>
            <a:r>
              <a:rPr lang="zh-CN" altLang="en-US" sz="1600" dirty="0">
                <a:latin typeface="微软雅黑" panose="020B0503020204020204" pitchFamily="34" charset="-122"/>
                <a:ea typeface="微软雅黑" panose="020B0503020204020204" pitchFamily="34" charset="-122"/>
              </a:rPr>
              <a:t>有助于故障分析和排查</a:t>
            </a:r>
            <a:endParaRPr lang="en-US" altLang="zh-CN" sz="1600" dirty="0">
              <a:latin typeface="微软雅黑" panose="020B0503020204020204" pitchFamily="34" charset="-122"/>
              <a:ea typeface="微软雅黑" panose="020B0503020204020204" pitchFamily="34" charset="-122"/>
            </a:endParaRPr>
          </a:p>
          <a:p>
            <a:pPr lvl="2">
              <a:lnSpc>
                <a:spcPct val="150000"/>
              </a:lnSpc>
            </a:pPr>
            <a:r>
              <a:rPr lang="zh-CN" altLang="en-US" sz="1600" dirty="0">
                <a:latin typeface="微软雅黑" panose="020B0503020204020204" pitchFamily="34" charset="-122"/>
                <a:ea typeface="微软雅黑" panose="020B0503020204020204" pitchFamily="34" charset="-122"/>
              </a:rPr>
              <a:t>有助于电池状态分析</a:t>
            </a:r>
            <a:endParaRPr lang="en-US" altLang="zh-CN" sz="1600" dirty="0">
              <a:latin typeface="微软雅黑" panose="020B0503020204020204" pitchFamily="34" charset="-122"/>
              <a:ea typeface="微软雅黑" panose="020B0503020204020204" pitchFamily="34" charset="-122"/>
            </a:endParaRPr>
          </a:p>
        </p:txBody>
      </p:sp>
      <p:sp>
        <p:nvSpPr>
          <p:cNvPr id="9" name="内容占位符 8"/>
          <p:cNvSpPr>
            <a:spLocks noGrp="1"/>
          </p:cNvSpPr>
          <p:nvPr>
            <p:ph sz="quarter" idx="4294967295"/>
          </p:nvPr>
        </p:nvSpPr>
        <p:spPr>
          <a:xfrm>
            <a:off x="4973693" y="1542137"/>
            <a:ext cx="6372593" cy="4847188"/>
          </a:xfrm>
          <a:prstGeom prst="rect">
            <a:avLst/>
          </a:prstGeom>
        </p:spPr>
        <p:txBody>
          <a:bodyPr/>
          <a:lstStyle/>
          <a:p>
            <a:pPr marL="457200" lvl="1" indent="457200">
              <a:lnSpc>
                <a:spcPct val="150000"/>
              </a:lnSpc>
              <a:buNone/>
            </a:pPr>
            <a:r>
              <a:rPr lang="en-US" altLang="zh-CN" sz="1800" dirty="0" smtClean="0">
                <a:latin typeface="微软雅黑" panose="020B0503020204020204" pitchFamily="34" charset="-122"/>
                <a:ea typeface="微软雅黑" panose="020B0503020204020204" pitchFamily="34" charset="-122"/>
              </a:rPr>
              <a:t>BMS </a:t>
            </a:r>
            <a:r>
              <a:rPr lang="zh-CN" altLang="en-US" sz="1800" dirty="0">
                <a:latin typeface="微软雅黑" panose="020B0503020204020204" pitchFamily="34" charset="-122"/>
                <a:ea typeface="微软雅黑" panose="020B0503020204020204" pitchFamily="34" charset="-122"/>
              </a:rPr>
              <a:t>建议具备故障存储功能，能够记录电池系统发生过的一段时间内的所有故障代码，并可在维护时通过外部操作清除；能够根据厂家需要记录第一次或最后一次发生故障时的详细数据，包括电池的单体电压、温度、电流等信息。</a:t>
            </a:r>
          </a:p>
          <a:p>
            <a:pPr marL="457200" lvl="1" indent="457200">
              <a:lnSpc>
                <a:spcPct val="150000"/>
              </a:lnSpc>
              <a:buNone/>
            </a:pPr>
            <a:endParaRPr lang="zh-CN" altLang="en-US" sz="1800" dirty="0">
              <a:latin typeface="微软雅黑" panose="020B0503020204020204" pitchFamily="34" charset="-122"/>
              <a:ea typeface="微软雅黑" panose="020B0503020204020204" pitchFamily="34" charset="-122"/>
            </a:endParaRPr>
          </a:p>
        </p:txBody>
      </p:sp>
      <p:pic>
        <p:nvPicPr>
          <p:cNvPr id="10" name="内容占位符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2708" y="3965731"/>
            <a:ext cx="4924131" cy="1694701"/>
          </a:xfrm>
          <a:prstGeom prst="rect">
            <a:avLst/>
          </a:prstGeom>
        </p:spPr>
      </p:pic>
    </p:spTree>
    <p:extLst>
      <p:ext uri="{BB962C8B-B14F-4D97-AF65-F5344CB8AC3E}">
        <p14:creationId xmlns:p14="http://schemas.microsoft.com/office/powerpoint/2010/main" val="957053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17">
            <a:extLst>
              <a:ext uri="{FF2B5EF4-FFF2-40B4-BE49-F238E27FC236}">
                <a16:creationId xmlns:a16="http://schemas.microsoft.com/office/drawing/2014/main" xmlns="" id="{69154672-B629-489A-AFC3-5BDBA4254A70}"/>
              </a:ext>
            </a:extLst>
          </p:cNvPr>
          <p:cNvSpPr txBox="1">
            <a:spLocks/>
          </p:cNvSpPr>
          <p:nvPr/>
        </p:nvSpPr>
        <p:spPr>
          <a:xfrm>
            <a:off x="190094" y="425830"/>
            <a:ext cx="3817473" cy="4168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400" kern="1200" dirty="0" smtClean="0">
                <a:solidFill>
                  <a:schemeClr val="tx1"/>
                </a:solidFill>
                <a:effectLst/>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000" kern="1200" dirty="0" smtClean="0">
                <a:solidFill>
                  <a:schemeClr val="tx1"/>
                </a:solidFill>
                <a:effectLst/>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effectLst/>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effectLst/>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600" kern="1200" dirty="0">
                <a:solidFill>
                  <a:schemeClr val="tx1"/>
                </a:solidFill>
                <a:effectLst/>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1" dirty="0" smtClean="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BMS</a:t>
            </a:r>
            <a:r>
              <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测试验证</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8" name="矩形 47">
            <a:extLst>
              <a:ext uri="{FF2B5EF4-FFF2-40B4-BE49-F238E27FC236}">
                <a16:creationId xmlns:a16="http://schemas.microsoft.com/office/drawing/2014/main" xmlns="" id="{35654E17-1864-4C97-9F64-FF6AF7BFDC72}"/>
              </a:ext>
            </a:extLst>
          </p:cNvPr>
          <p:cNvSpPr/>
          <p:nvPr/>
        </p:nvSpPr>
        <p:spPr>
          <a:xfrm>
            <a:off x="0" y="425830"/>
            <a:ext cx="129092" cy="369332"/>
          </a:xfrm>
          <a:prstGeom prst="rect">
            <a:avLst/>
          </a:prstGeom>
          <a:solidFill>
            <a:srgbClr val="424C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内容占位符 8"/>
          <p:cNvSpPr>
            <a:spLocks noGrp="1"/>
          </p:cNvSpPr>
          <p:nvPr>
            <p:ph sz="quarter" idx="4294967295"/>
          </p:nvPr>
        </p:nvSpPr>
        <p:spPr>
          <a:xfrm>
            <a:off x="6094155" y="1138866"/>
            <a:ext cx="5760640" cy="4847188"/>
          </a:xfrm>
          <a:prstGeom prst="rect">
            <a:avLst/>
          </a:prstGeom>
        </p:spPr>
        <p:txBody>
          <a:bodyPr>
            <a:noAutofit/>
          </a:bodyPr>
          <a:lstStyle/>
          <a:p>
            <a:pPr lvl="1">
              <a:lnSpc>
                <a:spcPct val="150000"/>
              </a:lnSpc>
            </a:pPr>
            <a:r>
              <a:rPr lang="en-US" altLang="zh-CN" sz="1800" dirty="0" smtClean="0">
                <a:latin typeface="微软雅黑" panose="020B0503020204020204" pitchFamily="34" charset="-122"/>
                <a:ea typeface="微软雅黑" panose="020B0503020204020204" pitchFamily="34" charset="-122"/>
              </a:rPr>
              <a:t>BMS </a:t>
            </a:r>
            <a:r>
              <a:rPr lang="zh-CN" altLang="en-US" sz="1800" dirty="0">
                <a:latin typeface="微软雅黑" panose="020B0503020204020204" pitchFamily="34" charset="-122"/>
                <a:ea typeface="微软雅黑" panose="020B0503020204020204" pitchFamily="34" charset="-122"/>
              </a:rPr>
              <a:t>功能应通过必要的测试验证，确保其在不同工况、环境下均能有效工作。</a:t>
            </a:r>
          </a:p>
          <a:p>
            <a:pPr lvl="2">
              <a:lnSpc>
                <a:spcPct val="150000"/>
              </a:lnSpc>
            </a:pPr>
            <a:r>
              <a:rPr lang="zh-CN" altLang="en-US" sz="1600" dirty="0">
                <a:latin typeface="微软雅黑" panose="020B0503020204020204" pitchFamily="34" charset="-122"/>
                <a:ea typeface="微软雅黑" panose="020B0503020204020204" pitchFamily="34" charset="-122"/>
              </a:rPr>
              <a:t>绝缘性能测试</a:t>
            </a:r>
          </a:p>
          <a:p>
            <a:pPr lvl="2">
              <a:lnSpc>
                <a:spcPct val="150000"/>
              </a:lnSpc>
            </a:pPr>
            <a:r>
              <a:rPr lang="zh-CN" altLang="en-US" sz="1600" dirty="0">
                <a:latin typeface="微软雅黑" panose="020B0503020204020204" pitchFamily="34" charset="-122"/>
                <a:ea typeface="微软雅黑" panose="020B0503020204020204" pitchFamily="34" charset="-122"/>
              </a:rPr>
              <a:t>电气适应性能测试</a:t>
            </a:r>
          </a:p>
          <a:p>
            <a:pPr lvl="2">
              <a:lnSpc>
                <a:spcPct val="150000"/>
              </a:lnSpc>
            </a:pPr>
            <a:r>
              <a:rPr lang="zh-CN" altLang="en-US" sz="1600" dirty="0">
                <a:latin typeface="微软雅黑" panose="020B0503020204020204" pitchFamily="34" charset="-122"/>
                <a:ea typeface="微软雅黑" panose="020B0503020204020204" pitchFamily="34" charset="-122"/>
              </a:rPr>
              <a:t>环境适应性能测试</a:t>
            </a:r>
          </a:p>
          <a:p>
            <a:pPr lvl="2">
              <a:lnSpc>
                <a:spcPct val="150000"/>
              </a:lnSpc>
            </a:pPr>
            <a:r>
              <a:rPr lang="zh-CN" altLang="en-US" sz="1600" dirty="0">
                <a:latin typeface="微软雅黑" panose="020B0503020204020204" pitchFamily="34" charset="-122"/>
                <a:ea typeface="微软雅黑" panose="020B0503020204020204" pitchFamily="34" charset="-122"/>
              </a:rPr>
              <a:t>电磁兼容性能</a:t>
            </a:r>
            <a:r>
              <a:rPr lang="zh-CN" altLang="en-US" sz="1600" dirty="0" smtClean="0">
                <a:latin typeface="微软雅黑" panose="020B0503020204020204" pitchFamily="34" charset="-122"/>
                <a:ea typeface="微软雅黑" panose="020B0503020204020204" pitchFamily="34" charset="-122"/>
              </a:rPr>
              <a:t>测试</a:t>
            </a:r>
            <a:endParaRPr lang="zh-CN" altLang="en-US" sz="1600" dirty="0">
              <a:latin typeface="微软雅黑" panose="020B0503020204020204" pitchFamily="34" charset="-122"/>
              <a:ea typeface="微软雅黑" panose="020B0503020204020204" pitchFamily="34" charset="-122"/>
            </a:endParaRPr>
          </a:p>
          <a:p>
            <a:pPr lvl="1">
              <a:lnSpc>
                <a:spcPct val="150000"/>
              </a:lnSpc>
            </a:pPr>
            <a:endParaRPr lang="zh-CN" altLang="en-US" sz="1800" dirty="0">
              <a:latin typeface="微软雅黑" panose="020B0503020204020204" pitchFamily="34" charset="-122"/>
              <a:ea typeface="微软雅黑" panose="020B0503020204020204" pitchFamily="34" charset="-122"/>
            </a:endParaRPr>
          </a:p>
          <a:p>
            <a:pPr lvl="1">
              <a:lnSpc>
                <a:spcPct val="150000"/>
              </a:lnSpc>
            </a:pPr>
            <a:r>
              <a:rPr lang="en-US" altLang="zh-CN" sz="1800" dirty="0">
                <a:latin typeface="微软雅黑" panose="020B0503020204020204" pitchFamily="34" charset="-122"/>
                <a:ea typeface="微软雅黑" panose="020B0503020204020204" pitchFamily="34" charset="-122"/>
              </a:rPr>
              <a:t>BMS </a:t>
            </a:r>
            <a:r>
              <a:rPr lang="zh-CN" altLang="en-US" sz="1800" dirty="0">
                <a:latin typeface="微软雅黑" panose="020B0503020204020204" pitchFamily="34" charset="-122"/>
                <a:ea typeface="微软雅黑" panose="020B0503020204020204" pitchFamily="34" charset="-122"/>
              </a:rPr>
              <a:t>系统基本功能的设计与验证可参考</a:t>
            </a:r>
            <a:r>
              <a:rPr lang="en-US" altLang="zh-CN" sz="1800" dirty="0">
                <a:latin typeface="微软雅黑" panose="020B0503020204020204" pitchFamily="34" charset="-122"/>
                <a:ea typeface="微软雅黑" panose="020B0503020204020204" pitchFamily="34" charset="-122"/>
              </a:rPr>
              <a:t>GB/T《</a:t>
            </a:r>
            <a:r>
              <a:rPr lang="zh-CN" altLang="en-US" sz="1800" dirty="0">
                <a:latin typeface="微软雅黑" panose="020B0503020204020204" pitchFamily="34" charset="-122"/>
                <a:ea typeface="微软雅黑" panose="020B0503020204020204" pitchFamily="34" charset="-122"/>
              </a:rPr>
              <a:t>电动汽车用电池管理系统技术条件</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a:t>
            </a:r>
          </a:p>
          <a:p>
            <a:pPr lvl="1">
              <a:lnSpc>
                <a:spcPct val="150000"/>
              </a:lnSpc>
            </a:pPr>
            <a:endParaRPr lang="zh-CN" altLang="en-US" sz="1800" dirty="0">
              <a:latin typeface="微软雅黑" panose="020B0503020204020204" pitchFamily="34" charset="-122"/>
              <a:ea typeface="微软雅黑" panose="020B0503020204020204" pitchFamily="34" charset="-122"/>
            </a:endParaRPr>
          </a:p>
          <a:p>
            <a:pPr lvl="1">
              <a:lnSpc>
                <a:spcPct val="150000"/>
              </a:lnSpc>
            </a:pPr>
            <a:endParaRPr lang="zh-CN" altLang="en-US" sz="1800" dirty="0">
              <a:latin typeface="微软雅黑" panose="020B0503020204020204" pitchFamily="34" charset="-122"/>
              <a:ea typeface="微软雅黑" panose="020B0503020204020204" pitchFamily="34" charset="-122"/>
            </a:endParaRPr>
          </a:p>
          <a:p>
            <a:pPr lvl="1">
              <a:lnSpc>
                <a:spcPct val="150000"/>
              </a:lnSpc>
            </a:pPr>
            <a:endParaRPr lang="zh-CN" altLang="en-US" sz="1800" dirty="0">
              <a:latin typeface="微软雅黑" panose="020B0503020204020204" pitchFamily="34" charset="-122"/>
              <a:ea typeface="微软雅黑" panose="020B0503020204020204" pitchFamily="34" charset="-122"/>
            </a:endParaRPr>
          </a:p>
        </p:txBody>
      </p:sp>
      <p:pic>
        <p:nvPicPr>
          <p:cNvPr id="11" name="内容占位符 2"/>
          <p:cNvPicPr>
            <a:picLocks noGrp="1" noChangeAspect="1"/>
          </p:cNvPicPr>
          <p:nvPr>
            <p:ph sz="quarter" idx="4294967295"/>
          </p:nvPr>
        </p:nvPicPr>
        <p:blipFill>
          <a:blip r:embed="rId3"/>
          <a:stretch>
            <a:fillRect/>
          </a:stretch>
        </p:blipFill>
        <p:spPr>
          <a:xfrm>
            <a:off x="190094" y="1497752"/>
            <a:ext cx="5759450" cy="4129416"/>
          </a:xfrm>
          <a:prstGeom prst="rect">
            <a:avLst/>
          </a:prstGeom>
        </p:spPr>
      </p:pic>
    </p:spTree>
    <p:extLst>
      <p:ext uri="{BB962C8B-B14F-4D97-AF65-F5344CB8AC3E}">
        <p14:creationId xmlns:p14="http://schemas.microsoft.com/office/powerpoint/2010/main" val="1355228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xmlns="" id="{C97925F0-B71A-49A8-B2F3-5A8C606B5EF6}"/>
              </a:ext>
            </a:extLst>
          </p:cNvPr>
          <p:cNvGrpSpPr/>
          <p:nvPr/>
        </p:nvGrpSpPr>
        <p:grpSpPr>
          <a:xfrm>
            <a:off x="1522261" y="1992194"/>
            <a:ext cx="9805541" cy="2215991"/>
            <a:chOff x="2756966" y="2336438"/>
            <a:chExt cx="9805541" cy="2215991"/>
          </a:xfrm>
        </p:grpSpPr>
        <p:sp>
          <p:nvSpPr>
            <p:cNvPr id="12" name="TextBox 48">
              <a:extLst>
                <a:ext uri="{FF2B5EF4-FFF2-40B4-BE49-F238E27FC236}">
                  <a16:creationId xmlns:a16="http://schemas.microsoft.com/office/drawing/2014/main" xmlns="" id="{05B024F3-A7ED-4A0B-AAE3-DC16F34152E9}"/>
                </a:ext>
              </a:extLst>
            </p:cNvPr>
            <p:cNvSpPr txBox="1"/>
            <p:nvPr/>
          </p:nvSpPr>
          <p:spPr>
            <a:xfrm>
              <a:off x="5050893" y="3189924"/>
              <a:ext cx="7511614" cy="615553"/>
            </a:xfrm>
            <a:prstGeom prst="rect">
              <a:avLst/>
            </a:prstGeom>
            <a:noFill/>
          </p:spPr>
          <p:txBody>
            <a:bodyPr wrap="square" lIns="0" tIns="0" rIns="0" bIns="0" rtlCol="0">
              <a:spAutoFit/>
            </a:bodyPr>
            <a:lstStyle/>
            <a:p>
              <a:pPr lvl="0" algn="just" defTabSz="457200">
                <a:defRPr/>
              </a:pPr>
              <a:r>
                <a:rPr kumimoji="1" lang="en-US" altLang="zh-CN" sz="4000" b="1" dirty="0" smtClean="0">
                  <a:solidFill>
                    <a:srgbClr val="424C80"/>
                  </a:solidFill>
                  <a:latin typeface="微软雅黑" panose="020B0503020204020204" pitchFamily="34" charset="-122"/>
                  <a:ea typeface="微软雅黑" panose="020B0503020204020204" pitchFamily="34" charset="-122"/>
                  <a:cs typeface="+mn-ea"/>
                  <a:sym typeface="+mn-lt"/>
                </a:rPr>
                <a:t>BMS</a:t>
              </a:r>
              <a:r>
                <a:rPr kumimoji="1" lang="zh-CN" altLang="en-US" sz="4000" b="1" dirty="0" smtClean="0">
                  <a:solidFill>
                    <a:srgbClr val="424C80"/>
                  </a:solidFill>
                  <a:latin typeface="微软雅黑" panose="020B0503020204020204" pitchFamily="34" charset="-122"/>
                  <a:ea typeface="微软雅黑" panose="020B0503020204020204" pitchFamily="34" charset="-122"/>
                  <a:cs typeface="+mn-ea"/>
                  <a:sym typeface="+mn-lt"/>
                </a:rPr>
                <a:t>故障处理</a:t>
              </a:r>
              <a:endParaRPr kumimoji="1" lang="zh-CN" altLang="en-US" sz="4000" b="1" dirty="0">
                <a:solidFill>
                  <a:srgbClr val="424C80"/>
                </a:solidFill>
                <a:latin typeface="微软雅黑" panose="020B0503020204020204" pitchFamily="34" charset="-122"/>
                <a:ea typeface="微软雅黑" panose="020B0503020204020204" pitchFamily="34" charset="-122"/>
                <a:cs typeface="+mn-ea"/>
                <a:sym typeface="+mn-lt"/>
              </a:endParaRPr>
            </a:p>
          </p:txBody>
        </p:sp>
        <p:sp>
          <p:nvSpPr>
            <p:cNvPr id="13" name="矩形 259">
              <a:extLst>
                <a:ext uri="{FF2B5EF4-FFF2-40B4-BE49-F238E27FC236}">
                  <a16:creationId xmlns:a16="http://schemas.microsoft.com/office/drawing/2014/main" xmlns="" id="{24672B81-1791-4D3D-BC12-6AD6A20FA7C8}"/>
                </a:ext>
              </a:extLst>
            </p:cNvPr>
            <p:cNvSpPr>
              <a:spLocks noChangeArrowheads="1"/>
            </p:cNvSpPr>
            <p:nvPr/>
          </p:nvSpPr>
          <p:spPr bwMode="auto">
            <a:xfrm>
              <a:off x="2756966" y="2336438"/>
              <a:ext cx="2092307"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fontAlgn="base">
                <a:spcAft>
                  <a:spcPct val="0"/>
                </a:spcAft>
                <a:buFont typeface="Arial" panose="020B0604020202020204" pitchFamily="34" charset="0"/>
                <a:buNone/>
              </a:pPr>
              <a:r>
                <a:rPr lang="en-US" altLang="zh-CN" sz="13800" cap="all" spc="300" dirty="0">
                  <a:solidFill>
                    <a:srgbClr val="424C80"/>
                  </a:solidFill>
                  <a:latin typeface="Impact" panose="020B0806030902050204" pitchFamily="34" charset="0"/>
                  <a:cs typeface="Arial" panose="020B0604020202020204" pitchFamily="34" charset="0"/>
                  <a:sym typeface="Arial" panose="020B0604020202020204" pitchFamily="34" charset="0"/>
                </a:rPr>
                <a:t>02</a:t>
              </a:r>
              <a:endParaRPr lang="zh-CN" altLang="en-US" sz="13800" cap="all" spc="300" dirty="0">
                <a:solidFill>
                  <a:srgbClr val="424C80"/>
                </a:solidFill>
                <a:latin typeface="Impact" panose="020B0806030902050204" pitchFamily="34" charset="0"/>
                <a:cs typeface="Arial" panose="020B0604020202020204" pitchFamily="34" charset="0"/>
                <a:sym typeface="Arial" panose="020B0604020202020204" pitchFamily="34" charset="0"/>
              </a:endParaRPr>
            </a:p>
          </p:txBody>
        </p:sp>
      </p:grpSp>
      <p:cxnSp>
        <p:nvCxnSpPr>
          <p:cNvPr id="14" name="直接连接符 13">
            <a:extLst>
              <a:ext uri="{FF2B5EF4-FFF2-40B4-BE49-F238E27FC236}">
                <a16:creationId xmlns:a16="http://schemas.microsoft.com/office/drawing/2014/main" xmlns="" id="{7F206AF4-C838-4AD2-BFCC-A02005D6655A}"/>
              </a:ext>
            </a:extLst>
          </p:cNvPr>
          <p:cNvCxnSpPr>
            <a:cxnSpLocks/>
          </p:cNvCxnSpPr>
          <p:nvPr/>
        </p:nvCxnSpPr>
        <p:spPr>
          <a:xfrm flipV="1">
            <a:off x="3816188" y="3808102"/>
            <a:ext cx="7081308" cy="40043"/>
          </a:xfrm>
          <a:prstGeom prst="line">
            <a:avLst/>
          </a:prstGeom>
          <a:noFill/>
          <a:ln w="6350" cap="flat" cmpd="sng" algn="ctr">
            <a:solidFill>
              <a:srgbClr val="424C80"/>
            </a:solidFill>
            <a:prstDash val="solid"/>
            <a:miter lim="800000"/>
          </a:ln>
          <a:effectLst/>
        </p:spPr>
      </p:cxnSp>
    </p:spTree>
    <p:extLst>
      <p:ext uri="{BB962C8B-B14F-4D97-AF65-F5344CB8AC3E}">
        <p14:creationId xmlns:p14="http://schemas.microsoft.com/office/powerpoint/2010/main" val="4286749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17">
            <a:extLst>
              <a:ext uri="{FF2B5EF4-FFF2-40B4-BE49-F238E27FC236}">
                <a16:creationId xmlns:a16="http://schemas.microsoft.com/office/drawing/2014/main" xmlns="" id="{69154672-B629-489A-AFC3-5BDBA4254A70}"/>
              </a:ext>
            </a:extLst>
          </p:cNvPr>
          <p:cNvSpPr txBox="1">
            <a:spLocks/>
          </p:cNvSpPr>
          <p:nvPr/>
        </p:nvSpPr>
        <p:spPr>
          <a:xfrm>
            <a:off x="190094" y="425830"/>
            <a:ext cx="3817473" cy="4168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400" kern="1200" dirty="0" smtClean="0">
                <a:solidFill>
                  <a:schemeClr val="tx1"/>
                </a:solidFill>
                <a:effectLst/>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000" kern="1200" dirty="0" smtClean="0">
                <a:solidFill>
                  <a:schemeClr val="tx1"/>
                </a:solidFill>
                <a:effectLst/>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effectLst/>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effectLst/>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600" kern="1200" dirty="0">
                <a:solidFill>
                  <a:schemeClr val="tx1"/>
                </a:solidFill>
                <a:effectLst/>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BMS</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常见故障</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8" name="矩形 47">
            <a:extLst>
              <a:ext uri="{FF2B5EF4-FFF2-40B4-BE49-F238E27FC236}">
                <a16:creationId xmlns:a16="http://schemas.microsoft.com/office/drawing/2014/main" xmlns="" id="{35654E17-1864-4C97-9F64-FF6AF7BFDC72}"/>
              </a:ext>
            </a:extLst>
          </p:cNvPr>
          <p:cNvSpPr/>
          <p:nvPr/>
        </p:nvSpPr>
        <p:spPr>
          <a:xfrm>
            <a:off x="0" y="425830"/>
            <a:ext cx="129092" cy="369332"/>
          </a:xfrm>
          <a:prstGeom prst="rect">
            <a:avLst/>
          </a:prstGeom>
          <a:solidFill>
            <a:srgbClr val="424C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内容占位符 12"/>
          <p:cNvGraphicFramePr>
            <a:graphicFrameLocks/>
          </p:cNvGraphicFramePr>
          <p:nvPr>
            <p:extLst>
              <p:ext uri="{D42A27DB-BD31-4B8C-83A1-F6EECF244321}">
                <p14:modId xmlns:p14="http://schemas.microsoft.com/office/powerpoint/2010/main" val="1258355052"/>
              </p:ext>
            </p:extLst>
          </p:nvPr>
        </p:nvGraphicFramePr>
        <p:xfrm>
          <a:off x="-780896" y="1447928"/>
          <a:ext cx="5919565" cy="45183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内容占位符 1"/>
          <p:cNvPicPr>
            <a:picLocks noGrp="1" noChangeAspect="1"/>
          </p:cNvPicPr>
          <p:nvPr>
            <p:ph sz="quarter" idx="4294967295"/>
          </p:nvPr>
        </p:nvPicPr>
        <p:blipFill>
          <a:blip r:embed="rId8"/>
          <a:stretch>
            <a:fillRect/>
          </a:stretch>
        </p:blipFill>
        <p:spPr>
          <a:xfrm>
            <a:off x="5435572" y="1023222"/>
            <a:ext cx="4773702" cy="4943029"/>
          </a:xfrm>
          <a:prstGeom prst="rect">
            <a:avLst/>
          </a:prstGeom>
        </p:spPr>
      </p:pic>
    </p:spTree>
    <p:extLst>
      <p:ext uri="{BB962C8B-B14F-4D97-AF65-F5344CB8AC3E}">
        <p14:creationId xmlns:p14="http://schemas.microsoft.com/office/powerpoint/2010/main" val="1732126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17">
            <a:extLst>
              <a:ext uri="{FF2B5EF4-FFF2-40B4-BE49-F238E27FC236}">
                <a16:creationId xmlns:a16="http://schemas.microsoft.com/office/drawing/2014/main" xmlns="" id="{69154672-B629-489A-AFC3-5BDBA4254A70}"/>
              </a:ext>
            </a:extLst>
          </p:cNvPr>
          <p:cNvSpPr txBox="1">
            <a:spLocks/>
          </p:cNvSpPr>
          <p:nvPr/>
        </p:nvSpPr>
        <p:spPr>
          <a:xfrm>
            <a:off x="190094" y="425830"/>
            <a:ext cx="3817473" cy="4168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400" kern="1200" dirty="0" smtClean="0">
                <a:solidFill>
                  <a:schemeClr val="tx1"/>
                </a:solidFill>
                <a:effectLst/>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000" kern="1200" dirty="0" smtClean="0">
                <a:solidFill>
                  <a:schemeClr val="tx1"/>
                </a:solidFill>
                <a:effectLst/>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effectLst/>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effectLst/>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600" kern="1200" dirty="0">
                <a:solidFill>
                  <a:schemeClr val="tx1"/>
                </a:solidFill>
                <a:effectLst/>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故障处理基本要求</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8" name="矩形 47">
            <a:extLst>
              <a:ext uri="{FF2B5EF4-FFF2-40B4-BE49-F238E27FC236}">
                <a16:creationId xmlns:a16="http://schemas.microsoft.com/office/drawing/2014/main" xmlns="" id="{35654E17-1864-4C97-9F64-FF6AF7BFDC72}"/>
              </a:ext>
            </a:extLst>
          </p:cNvPr>
          <p:cNvSpPr/>
          <p:nvPr/>
        </p:nvSpPr>
        <p:spPr>
          <a:xfrm>
            <a:off x="0" y="425830"/>
            <a:ext cx="129092" cy="369332"/>
          </a:xfrm>
          <a:prstGeom prst="rect">
            <a:avLst/>
          </a:prstGeom>
          <a:solidFill>
            <a:srgbClr val="424C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内容占位符 1"/>
          <p:cNvSpPr>
            <a:spLocks noGrp="1"/>
          </p:cNvSpPr>
          <p:nvPr>
            <p:ph sz="quarter" idx="4294967295"/>
          </p:nvPr>
        </p:nvSpPr>
        <p:spPr>
          <a:xfrm>
            <a:off x="0" y="1180797"/>
            <a:ext cx="5911403" cy="4829531"/>
          </a:xfrm>
          <a:prstGeom prst="rect">
            <a:avLst/>
          </a:prstGeom>
        </p:spPr>
        <p:txBody>
          <a:bodyPr/>
          <a:lstStyle/>
          <a:p>
            <a:pPr lvl="1">
              <a:lnSpc>
                <a:spcPct val="150000"/>
              </a:lnSpc>
              <a:buFont typeface="Wingdings" panose="05000000000000000000" pitchFamily="2" charset="2"/>
              <a:buChar char="p"/>
            </a:pPr>
            <a:r>
              <a:rPr lang="zh-CN" altLang="en-US" sz="1800" dirty="0" smtClean="0">
                <a:latin typeface="微软雅黑" panose="020B0503020204020204" pitchFamily="34" charset="-122"/>
                <a:ea typeface="微软雅黑" panose="020B0503020204020204" pitchFamily="34" charset="-122"/>
              </a:rPr>
              <a:t>能</a:t>
            </a:r>
            <a:r>
              <a:rPr lang="zh-CN" altLang="en-US" sz="1800" dirty="0">
                <a:latin typeface="微软雅黑" panose="020B0503020204020204" pitchFamily="34" charset="-122"/>
                <a:ea typeface="微软雅黑" panose="020B0503020204020204" pitchFamily="34" charset="-122"/>
              </a:rPr>
              <a:t>有效及时判断电池单体或系统的故障，包括但不限于电池过压、欠压、过温、过流、绝缘降低等，并能以可靠的通讯方式通知整车，并采取相应的措施。</a:t>
            </a:r>
          </a:p>
          <a:p>
            <a:pPr lvl="2">
              <a:lnSpc>
                <a:spcPct val="150000"/>
              </a:lnSpc>
            </a:pPr>
            <a:r>
              <a:rPr lang="zh-CN" altLang="en-US" sz="1600" dirty="0">
                <a:latin typeface="微软雅黑" panose="020B0503020204020204" pitchFamily="34" charset="-122"/>
                <a:ea typeface="微软雅黑" panose="020B0503020204020204" pitchFamily="34" charset="-122"/>
              </a:rPr>
              <a:t>根据电池类型标定不同的故障阈值</a:t>
            </a:r>
          </a:p>
          <a:p>
            <a:pPr lvl="2">
              <a:lnSpc>
                <a:spcPct val="150000"/>
              </a:lnSpc>
            </a:pPr>
            <a:r>
              <a:rPr lang="zh-CN" altLang="en-US" sz="1600" dirty="0">
                <a:latin typeface="微软雅黑" panose="020B0503020204020204" pitchFamily="34" charset="-122"/>
                <a:ea typeface="微软雅黑" panose="020B0503020204020204" pitchFamily="34" charset="-122"/>
              </a:rPr>
              <a:t>根据电池的使用环境、不同的生命周期调整合适的故障阈值和检测时间，确保系统安全</a:t>
            </a:r>
            <a:r>
              <a:rPr lang="zh-CN" altLang="en-US" sz="1600" dirty="0" smtClean="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p"/>
            </a:pPr>
            <a:r>
              <a:rPr lang="en-US" altLang="zh-CN" sz="1800" dirty="0">
                <a:latin typeface="微软雅黑" panose="020B0503020204020204" pitchFamily="34" charset="-122"/>
                <a:ea typeface="微软雅黑" panose="020B0503020204020204" pitchFamily="34" charset="-122"/>
              </a:rPr>
              <a:t>BMS </a:t>
            </a:r>
            <a:r>
              <a:rPr lang="zh-CN" altLang="en-US" sz="1800" dirty="0">
                <a:latin typeface="微软雅黑" panose="020B0503020204020204" pitchFamily="34" charset="-122"/>
                <a:ea typeface="微软雅黑" panose="020B0503020204020204" pitchFamily="34" charset="-122"/>
              </a:rPr>
              <a:t>对电池故障的检测周期或消抖时间应满足安全需求，即在整个故障的检测、通讯、处理周期完成前电池系统不会发生对整车或乘员的危害</a:t>
            </a:r>
            <a:r>
              <a:rPr lang="zh-CN" altLang="en-US" sz="1800" dirty="0" smtClean="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p"/>
            </a:pPr>
            <a:r>
              <a:rPr lang="zh-CN" altLang="en-US" sz="1800" dirty="0">
                <a:latin typeface="微软雅黑" panose="020B0503020204020204" pitchFamily="34" charset="-122"/>
                <a:ea typeface="微软雅黑" panose="020B0503020204020204" pitchFamily="34" charset="-122"/>
              </a:rPr>
              <a:t>当发生故障的条件下，如非绝对必要，电池系统应先通知驾驶员采取必要措施后，如通知驾驶员减速靠边等，再进行断电保护处理</a:t>
            </a:r>
            <a:r>
              <a:rPr lang="zh-CN" altLang="en-US" sz="1800" dirty="0" smtClean="0">
                <a:latin typeface="微软雅黑" panose="020B0503020204020204" pitchFamily="34" charset="-122"/>
                <a:ea typeface="微软雅黑" panose="020B0503020204020204" pitchFamily="34" charset="-122"/>
              </a:rPr>
              <a:t>。</a:t>
            </a:r>
            <a:endParaRPr lang="en-US" altLang="zh-CN" sz="1800" dirty="0" smtClean="0">
              <a:latin typeface="微软雅黑" panose="020B0503020204020204" pitchFamily="34" charset="-122"/>
              <a:ea typeface="微软雅黑" panose="020B0503020204020204" pitchFamily="34" charset="-122"/>
            </a:endParaRPr>
          </a:p>
        </p:txBody>
      </p:sp>
      <p:sp>
        <p:nvSpPr>
          <p:cNvPr id="2" name="矩形 1"/>
          <p:cNvSpPr/>
          <p:nvPr/>
        </p:nvSpPr>
        <p:spPr>
          <a:xfrm>
            <a:off x="6400800" y="1180797"/>
            <a:ext cx="5658118" cy="5398722"/>
          </a:xfrm>
          <a:prstGeom prst="rect">
            <a:avLst/>
          </a:prstGeom>
        </p:spPr>
        <p:txBody>
          <a:bodyPr wrap="square">
            <a:spAutoFit/>
          </a:bodyPr>
          <a:lstStyle/>
          <a:p>
            <a:pPr marL="742950" lvl="1" indent="-285750">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发生故障后，应在确认故障消失或足够的安全余量后，才能允许对电池系统继续操作。对于电池系统的永久性故障，如电池单体严重过放至</a:t>
            </a:r>
            <a:r>
              <a:rPr lang="en-US" altLang="zh-CN" dirty="0">
                <a:latin typeface="微软雅黑" panose="020B0503020204020204" pitchFamily="34" charset="-122"/>
                <a:ea typeface="微软雅黑" panose="020B0503020204020204" pitchFamily="34" charset="-122"/>
              </a:rPr>
              <a:t>1V </a:t>
            </a:r>
            <a:r>
              <a:rPr lang="zh-CN" altLang="en-US" dirty="0">
                <a:latin typeface="微软雅黑" panose="020B0503020204020204" pitchFamily="34" charset="-122"/>
                <a:ea typeface="微软雅黑" panose="020B0503020204020204" pitchFamily="34" charset="-122"/>
              </a:rPr>
              <a:t>以下等，建议对故障进行锁存记录并防止对电池系统继续操作，避免后续的安全问题。</a:t>
            </a:r>
            <a:endParaRPr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p"/>
            </a:pPr>
            <a:endParaRPr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p"/>
            </a:pPr>
            <a:r>
              <a:rPr lang="en-US" altLang="zh-CN" dirty="0">
                <a:latin typeface="微软雅黑" panose="020B0503020204020204" pitchFamily="34" charset="-122"/>
                <a:ea typeface="微软雅黑" panose="020B0503020204020204" pitchFamily="34" charset="-122"/>
              </a:rPr>
              <a:t>BMS </a:t>
            </a:r>
            <a:r>
              <a:rPr lang="zh-CN" altLang="en-US" dirty="0">
                <a:latin typeface="微软雅黑" panose="020B0503020204020204" pitchFamily="34" charset="-122"/>
                <a:ea typeface="微软雅黑" panose="020B0503020204020204" pitchFamily="34" charset="-122"/>
              </a:rPr>
              <a:t>建议具备故障存储功能，能够记录电池系统发生过的一段时间内的所有故障代码，并可在维护时通过外部操作清除；能够根据厂家需要记录第一次或最后一次发生故障时的详细数据，包括电池的单体电压、温度、电流等信息。</a:t>
            </a:r>
          </a:p>
          <a:p>
            <a:pPr lvl="2">
              <a:lnSpc>
                <a:spcPct val="150000"/>
              </a:lnSpc>
            </a:pPr>
            <a:endParaRPr lang="zh-CN" altLang="en-US" sz="1600" dirty="0">
              <a:latin typeface="微软雅黑" panose="020B0503020204020204" pitchFamily="34" charset="-122"/>
              <a:ea typeface="微软雅黑" panose="020B0503020204020204" pitchFamily="34" charset="-122"/>
            </a:endParaRPr>
          </a:p>
          <a:p>
            <a:pPr lvl="1">
              <a:lnSpc>
                <a:spcPct val="150000"/>
              </a:lnSpc>
            </a:pP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45227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17">
            <a:extLst>
              <a:ext uri="{FF2B5EF4-FFF2-40B4-BE49-F238E27FC236}">
                <a16:creationId xmlns:a16="http://schemas.microsoft.com/office/drawing/2014/main" xmlns="" id="{69154672-B629-489A-AFC3-5BDBA4254A70}"/>
              </a:ext>
            </a:extLst>
          </p:cNvPr>
          <p:cNvSpPr txBox="1">
            <a:spLocks/>
          </p:cNvSpPr>
          <p:nvPr/>
        </p:nvSpPr>
        <p:spPr>
          <a:xfrm>
            <a:off x="190094" y="425830"/>
            <a:ext cx="3817473" cy="4168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400" kern="1200" dirty="0" smtClean="0">
                <a:solidFill>
                  <a:schemeClr val="tx1"/>
                </a:solidFill>
                <a:effectLst/>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000" kern="1200" dirty="0" smtClean="0">
                <a:solidFill>
                  <a:schemeClr val="tx1"/>
                </a:solidFill>
                <a:effectLst/>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effectLst/>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effectLst/>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600" kern="1200" dirty="0">
                <a:solidFill>
                  <a:schemeClr val="tx1"/>
                </a:solidFill>
                <a:effectLst/>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典型故障信号处理策略</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8" name="矩形 47">
            <a:extLst>
              <a:ext uri="{FF2B5EF4-FFF2-40B4-BE49-F238E27FC236}">
                <a16:creationId xmlns:a16="http://schemas.microsoft.com/office/drawing/2014/main" xmlns="" id="{35654E17-1864-4C97-9F64-FF6AF7BFDC72}"/>
              </a:ext>
            </a:extLst>
          </p:cNvPr>
          <p:cNvSpPr/>
          <p:nvPr/>
        </p:nvSpPr>
        <p:spPr>
          <a:xfrm>
            <a:off x="0" y="425830"/>
            <a:ext cx="129092" cy="369332"/>
          </a:xfrm>
          <a:prstGeom prst="rect">
            <a:avLst/>
          </a:prstGeom>
          <a:solidFill>
            <a:srgbClr val="424C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内容占位符 1"/>
          <p:cNvSpPr>
            <a:spLocks noGrp="1"/>
          </p:cNvSpPr>
          <p:nvPr>
            <p:ph sz="quarter" idx="4294967295"/>
          </p:nvPr>
        </p:nvSpPr>
        <p:spPr>
          <a:xfrm>
            <a:off x="-167427" y="984320"/>
            <a:ext cx="6310649" cy="4829531"/>
          </a:xfrm>
          <a:prstGeom prst="rect">
            <a:avLst/>
          </a:prstGeom>
        </p:spPr>
        <p:txBody>
          <a:bodyPr/>
          <a:lstStyle/>
          <a:p>
            <a:pPr marL="457200" lvl="1" indent="457200">
              <a:lnSpc>
                <a:spcPct val="150000"/>
              </a:lnSpc>
              <a:buNone/>
            </a:pPr>
            <a:r>
              <a:rPr lang="zh-CN" altLang="en-US" sz="1600" dirty="0" smtClean="0">
                <a:latin typeface="微软雅黑" panose="020B0503020204020204" pitchFamily="34" charset="-122"/>
                <a:ea typeface="微软雅黑" panose="020B0503020204020204" pitchFamily="34" charset="-122"/>
              </a:rPr>
              <a:t>阈值</a:t>
            </a:r>
            <a:r>
              <a:rPr lang="zh-CN" altLang="en-US" sz="1600" dirty="0">
                <a:latin typeface="微软雅黑" panose="020B0503020204020204" pitchFamily="34" charset="-122"/>
                <a:ea typeface="微软雅黑" panose="020B0503020204020204" pitchFamily="34" charset="-122"/>
              </a:rPr>
              <a:t>的设定通常由电芯企业及整车企业根据电芯特性及整车控制要求确定，不同电池系统的阈值不同。</a:t>
            </a:r>
            <a:r>
              <a:rPr lang="zh-CN" altLang="en-US" sz="1600" b="0" dirty="0">
                <a:latin typeface="微软雅黑" panose="020B0503020204020204" pitchFamily="34" charset="-122"/>
                <a:ea typeface="微软雅黑" panose="020B0503020204020204" pitchFamily="34" charset="-122"/>
              </a:rPr>
              <a:t>典型故障可参考</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电动汽车用电池管理系统技术条件</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，以下为参考处理策略：</a:t>
            </a:r>
            <a:endParaRPr lang="zh-CN" altLang="en-US" sz="1200" b="0" dirty="0">
              <a:latin typeface="微软雅黑" panose="020B0503020204020204" pitchFamily="34" charset="-122"/>
              <a:ea typeface="微软雅黑" panose="020B0503020204020204" pitchFamily="34" charset="-122"/>
            </a:endParaRPr>
          </a:p>
          <a:p>
            <a:pPr lvl="2">
              <a:lnSpc>
                <a:spcPct val="150000"/>
              </a:lnSpc>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电池温度大于设定阈值</a:t>
            </a:r>
            <a:endParaRPr lang="en-US" altLang="zh-CN" sz="1600" dirty="0">
              <a:latin typeface="微软雅黑" panose="020B0503020204020204" pitchFamily="34" charset="-122"/>
              <a:ea typeface="微软雅黑" panose="020B0503020204020204" pitchFamily="34" charset="-122"/>
            </a:endParaRPr>
          </a:p>
          <a:p>
            <a:pPr lvl="3">
              <a:lnSpc>
                <a:spcPct val="150000"/>
              </a:lnSpc>
            </a:pPr>
            <a:r>
              <a:rPr lang="zh-CN" altLang="en-US" sz="1400" dirty="0">
                <a:latin typeface="微软雅黑" panose="020B0503020204020204" pitchFamily="34" charset="-122"/>
                <a:ea typeface="微软雅黑" panose="020B0503020204020204" pitchFamily="34" charset="-122"/>
              </a:rPr>
              <a:t>建议采用降低充放电功率等保护措施</a:t>
            </a:r>
          </a:p>
          <a:p>
            <a:pPr lvl="3">
              <a:lnSpc>
                <a:spcPct val="150000"/>
              </a:lnSpc>
            </a:pPr>
            <a:r>
              <a:rPr lang="zh-CN" altLang="en-US" sz="1400" dirty="0">
                <a:latin typeface="微软雅黑" panose="020B0503020204020204" pitchFamily="34" charset="-122"/>
                <a:ea typeface="微软雅黑" panose="020B0503020204020204" pitchFamily="34" charset="-122"/>
              </a:rPr>
              <a:t>若保护措施无效，建议执行下电保护流程或中止充电</a:t>
            </a:r>
          </a:p>
          <a:p>
            <a:pPr lvl="2">
              <a:lnSpc>
                <a:spcPct val="150000"/>
              </a:lnSpc>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电池温度小于设定阈值</a:t>
            </a:r>
            <a:endParaRPr lang="en-US" altLang="zh-CN" sz="1600" dirty="0">
              <a:latin typeface="微软雅黑" panose="020B0503020204020204" pitchFamily="34" charset="-122"/>
              <a:ea typeface="微软雅黑" panose="020B0503020204020204" pitchFamily="34" charset="-122"/>
            </a:endParaRPr>
          </a:p>
          <a:p>
            <a:pPr lvl="3">
              <a:lnSpc>
                <a:spcPct val="150000"/>
              </a:lnSpc>
            </a:pPr>
            <a:r>
              <a:rPr lang="zh-CN" altLang="en-US" sz="1400" dirty="0">
                <a:latin typeface="微软雅黑" panose="020B0503020204020204" pitchFamily="34" charset="-122"/>
                <a:ea typeface="微软雅黑" panose="020B0503020204020204" pitchFamily="34" charset="-122"/>
              </a:rPr>
              <a:t>建议启动加热功能，限制输入、输出功率</a:t>
            </a:r>
          </a:p>
          <a:p>
            <a:pPr lvl="3">
              <a:lnSpc>
                <a:spcPct val="150000"/>
              </a:lnSpc>
            </a:pPr>
            <a:r>
              <a:rPr lang="zh-CN" altLang="en-US" sz="1400" dirty="0">
                <a:latin typeface="微软雅黑" panose="020B0503020204020204" pitchFamily="34" charset="-122"/>
                <a:ea typeface="微软雅黑" panose="020B0503020204020204" pitchFamily="34" charset="-122"/>
              </a:rPr>
              <a:t>若需要进行充电流程，建议当电池温度加热至最低允许充电温度后再进行充电</a:t>
            </a:r>
          </a:p>
          <a:p>
            <a:pPr lvl="2">
              <a:lnSpc>
                <a:spcPct val="150000"/>
              </a:lnSpc>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单体电压或总电压大于设定阈值</a:t>
            </a:r>
            <a:endParaRPr lang="en-US" altLang="zh-CN" sz="1600" dirty="0">
              <a:latin typeface="微软雅黑" panose="020B0503020204020204" pitchFamily="34" charset="-122"/>
              <a:ea typeface="微软雅黑" panose="020B0503020204020204" pitchFamily="34" charset="-122"/>
            </a:endParaRPr>
          </a:p>
          <a:p>
            <a:pPr lvl="3">
              <a:lnSpc>
                <a:spcPct val="150000"/>
              </a:lnSpc>
            </a:pPr>
            <a:r>
              <a:rPr lang="zh-CN" altLang="en-US" sz="1400" dirty="0">
                <a:latin typeface="微软雅黑" panose="020B0503020204020204" pitchFamily="34" charset="-122"/>
                <a:ea typeface="微软雅黑" panose="020B0503020204020204" pitchFamily="34" charset="-122"/>
              </a:rPr>
              <a:t>建议停止充电或禁止回馈</a:t>
            </a:r>
            <a:endParaRPr lang="en-US" altLang="zh-CN" sz="1400" dirty="0">
              <a:latin typeface="微软雅黑" panose="020B0503020204020204" pitchFamily="34" charset="-122"/>
              <a:ea typeface="微软雅黑" panose="020B0503020204020204" pitchFamily="34" charset="-122"/>
            </a:endParaRPr>
          </a:p>
          <a:p>
            <a:pPr lvl="3">
              <a:lnSpc>
                <a:spcPct val="150000"/>
              </a:lnSpc>
            </a:pPr>
            <a:r>
              <a:rPr lang="zh-CN" altLang="en-US" sz="1400" dirty="0">
                <a:latin typeface="微软雅黑" panose="020B0503020204020204" pitchFamily="34" charset="-122"/>
                <a:ea typeface="微软雅黑" panose="020B0503020204020204" pitchFamily="34" charset="-122"/>
              </a:rPr>
              <a:t>若电压持续升高或大于绝对安全阈值，建议执行下电保护</a:t>
            </a:r>
            <a:r>
              <a:rPr lang="zh-CN" altLang="en-US" sz="1400" dirty="0" smtClean="0">
                <a:latin typeface="微软雅黑" panose="020B0503020204020204" pitchFamily="34" charset="-122"/>
                <a:ea typeface="微软雅黑" panose="020B0503020204020204" pitchFamily="34" charset="-122"/>
              </a:rPr>
              <a:t>流程</a:t>
            </a:r>
            <a:endParaRPr lang="en-US" altLang="zh-CN" sz="1400" dirty="0" smtClean="0">
              <a:latin typeface="微软雅黑" panose="020B0503020204020204" pitchFamily="34" charset="-122"/>
              <a:ea typeface="微软雅黑" panose="020B0503020204020204" pitchFamily="34" charset="-122"/>
            </a:endParaRPr>
          </a:p>
          <a:p>
            <a:pPr lvl="1">
              <a:lnSpc>
                <a:spcPct val="150000"/>
              </a:lnSpc>
            </a:pPr>
            <a:endParaRPr lang="zh-CN" altLang="en-US" sz="1800" dirty="0">
              <a:latin typeface="微软雅黑" panose="020B0503020204020204" pitchFamily="34" charset="-122"/>
              <a:ea typeface="微软雅黑" panose="020B0503020204020204" pitchFamily="34" charset="-122"/>
            </a:endParaRPr>
          </a:p>
          <a:p>
            <a:pPr lvl="3">
              <a:lnSpc>
                <a:spcPct val="150000"/>
              </a:lnSpc>
            </a:pPr>
            <a:endParaRPr lang="zh-CN" altLang="en-US" sz="1400" dirty="0">
              <a:latin typeface="微软雅黑" panose="020B0503020204020204" pitchFamily="34" charset="-122"/>
              <a:ea typeface="微软雅黑" panose="020B0503020204020204" pitchFamily="34" charset="-122"/>
            </a:endParaRPr>
          </a:p>
        </p:txBody>
      </p:sp>
      <p:sp>
        <p:nvSpPr>
          <p:cNvPr id="2" name="矩形 1"/>
          <p:cNvSpPr/>
          <p:nvPr/>
        </p:nvSpPr>
        <p:spPr>
          <a:xfrm>
            <a:off x="5862977" y="2036848"/>
            <a:ext cx="6096000" cy="4478149"/>
          </a:xfrm>
          <a:prstGeom prst="rect">
            <a:avLst/>
          </a:prstGeom>
        </p:spPr>
        <p:txBody>
          <a:bodyPr>
            <a:spAutoFit/>
          </a:bodyPr>
          <a:lstStyle/>
          <a:p>
            <a:pPr lvl="2">
              <a:lnSpc>
                <a:spcPct val="150000"/>
              </a:lnSpc>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单体电压或总电压低于设定阈值</a:t>
            </a:r>
            <a:endParaRPr lang="en-US" altLang="zh-CN" sz="1600" dirty="0">
              <a:latin typeface="微软雅黑" panose="020B0503020204020204" pitchFamily="34" charset="-122"/>
              <a:ea typeface="微软雅黑" panose="020B0503020204020204" pitchFamily="34" charset="-122"/>
            </a:endParaRPr>
          </a:p>
          <a:p>
            <a:pPr marL="1543050" lvl="3" indent="-1714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根据放电深度程度不同可采取不同措施，如提示用户充电、禁止放电或执行下电保护流程</a:t>
            </a:r>
            <a:r>
              <a:rPr lang="zh-CN" altLang="en-US" sz="1400" dirty="0" smtClean="0">
                <a:latin typeface="微软雅黑" panose="020B0503020204020204" pitchFamily="34" charset="-122"/>
                <a:ea typeface="微软雅黑" panose="020B0503020204020204" pitchFamily="34" charset="-122"/>
              </a:rPr>
              <a:t>等</a:t>
            </a:r>
            <a:endParaRPr lang="en-US" altLang="zh-CN" sz="1600" dirty="0" smtClean="0">
              <a:latin typeface="微软雅黑" panose="020B0503020204020204" pitchFamily="34" charset="-122"/>
              <a:ea typeface="微软雅黑" panose="020B0503020204020204" pitchFamily="34" charset="-122"/>
            </a:endParaRPr>
          </a:p>
          <a:p>
            <a:pPr marL="1200150" lvl="2" indent="-285750">
              <a:lnSpc>
                <a:spcPct val="150000"/>
              </a:lnSpc>
              <a:buFont typeface="Wingdings" panose="05000000000000000000" pitchFamily="2" charset="2"/>
              <a:buChar char="p"/>
            </a:pPr>
            <a:r>
              <a:rPr lang="zh-CN" altLang="en-US" sz="1600" dirty="0" smtClean="0">
                <a:latin typeface="微软雅黑" panose="020B0503020204020204" pitchFamily="34" charset="-122"/>
                <a:ea typeface="微软雅黑" panose="020B0503020204020204" pitchFamily="34" charset="-122"/>
              </a:rPr>
              <a:t>电</a:t>
            </a:r>
            <a:r>
              <a:rPr lang="zh-CN" altLang="en-US" sz="1600" dirty="0">
                <a:latin typeface="微软雅黑" panose="020B0503020204020204" pitchFamily="34" charset="-122"/>
                <a:ea typeface="微软雅黑" panose="020B0503020204020204" pitchFamily="34" charset="-122"/>
              </a:rPr>
              <a:t>芯一致性偏差大于设定条件</a:t>
            </a:r>
            <a:endParaRPr lang="en-US" altLang="zh-CN" sz="1600" dirty="0">
              <a:latin typeface="微软雅黑" panose="020B0503020204020204" pitchFamily="34" charset="-122"/>
              <a:ea typeface="微软雅黑" panose="020B0503020204020204" pitchFamily="34" charset="-122"/>
            </a:endParaRPr>
          </a:p>
          <a:p>
            <a:pPr marL="1543050" lvl="3" indent="-1714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根据整车厂及电芯厂制定的判定条件可采取不同措施</a:t>
            </a:r>
            <a:endParaRPr lang="en-US" altLang="zh-CN" sz="1400" dirty="0">
              <a:latin typeface="微软雅黑" panose="020B0503020204020204" pitchFamily="34" charset="-122"/>
              <a:ea typeface="微软雅黑" panose="020B0503020204020204" pitchFamily="34" charset="-122"/>
            </a:endParaRPr>
          </a:p>
          <a:p>
            <a:pPr marL="1543050" lvl="3" indent="-1714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如启动均衡、提示用户进店维护或执行下电保护流程等</a:t>
            </a:r>
          </a:p>
          <a:p>
            <a:pPr marL="1200150" lvl="2" indent="-285750">
              <a:lnSpc>
                <a:spcPct val="150000"/>
              </a:lnSpc>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充电电流（功率）大于最大允许阈值</a:t>
            </a:r>
            <a:endParaRPr lang="en-US" altLang="zh-CN" sz="1600" dirty="0">
              <a:latin typeface="微软雅黑" panose="020B0503020204020204" pitchFamily="34" charset="-122"/>
              <a:ea typeface="微软雅黑" panose="020B0503020204020204" pitchFamily="34" charset="-122"/>
            </a:endParaRPr>
          </a:p>
          <a:p>
            <a:pPr marL="1543050" lvl="3" indent="-1714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如在行驶过程中，建议降低或停止回馈</a:t>
            </a:r>
            <a:endParaRPr lang="en-US" altLang="zh-CN" sz="1400" dirty="0">
              <a:latin typeface="微软雅黑" panose="020B0503020204020204" pitchFamily="34" charset="-122"/>
              <a:ea typeface="微软雅黑" panose="020B0503020204020204" pitchFamily="34" charset="-122"/>
            </a:endParaRPr>
          </a:p>
          <a:p>
            <a:pPr marL="1543050" lvl="3" indent="-1714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充电过程中建议进行降电流操作</a:t>
            </a:r>
            <a:endParaRPr lang="en-US" altLang="zh-CN" sz="1400" dirty="0">
              <a:latin typeface="微软雅黑" panose="020B0503020204020204" pitchFamily="34" charset="-122"/>
              <a:ea typeface="微软雅黑" panose="020B0503020204020204" pitchFamily="34" charset="-122"/>
            </a:endParaRPr>
          </a:p>
          <a:p>
            <a:pPr marL="1543050" lvl="3" indent="-1714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若以上措施无效，建议执行下电保护流程</a:t>
            </a:r>
          </a:p>
          <a:p>
            <a:pPr marL="1200150" lvl="2" indent="-285750">
              <a:lnSpc>
                <a:spcPct val="150000"/>
              </a:lnSpc>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放电电流（功率）大于最大允许阈值</a:t>
            </a:r>
            <a:endParaRPr lang="en-US" altLang="zh-CN" sz="1600" dirty="0">
              <a:latin typeface="微软雅黑" panose="020B0503020204020204" pitchFamily="34" charset="-122"/>
              <a:ea typeface="微软雅黑" panose="020B0503020204020204" pitchFamily="34" charset="-122"/>
            </a:endParaRPr>
          </a:p>
          <a:p>
            <a:pPr marL="1543050" lvl="3" indent="-1714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建议降低运行功率</a:t>
            </a:r>
            <a:endParaRPr lang="en-US" altLang="zh-CN" sz="1400" dirty="0">
              <a:latin typeface="微软雅黑" panose="020B0503020204020204" pitchFamily="34" charset="-122"/>
              <a:ea typeface="微软雅黑" panose="020B0503020204020204" pitchFamily="34" charset="-122"/>
            </a:endParaRPr>
          </a:p>
          <a:p>
            <a:pPr marL="1543050" lvl="3" indent="-1714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若无效，建议执行下电保护流程</a:t>
            </a: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93388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17">
            <a:extLst>
              <a:ext uri="{FF2B5EF4-FFF2-40B4-BE49-F238E27FC236}">
                <a16:creationId xmlns:a16="http://schemas.microsoft.com/office/drawing/2014/main" xmlns="" id="{69154672-B629-489A-AFC3-5BDBA4254A70}"/>
              </a:ext>
            </a:extLst>
          </p:cNvPr>
          <p:cNvSpPr txBox="1">
            <a:spLocks/>
          </p:cNvSpPr>
          <p:nvPr/>
        </p:nvSpPr>
        <p:spPr>
          <a:xfrm>
            <a:off x="190094" y="425830"/>
            <a:ext cx="3817473" cy="4168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400" kern="1200" dirty="0" smtClean="0">
                <a:solidFill>
                  <a:schemeClr val="tx1"/>
                </a:solidFill>
                <a:effectLst/>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000" kern="1200" dirty="0" smtClean="0">
                <a:solidFill>
                  <a:schemeClr val="tx1"/>
                </a:solidFill>
                <a:effectLst/>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effectLst/>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effectLst/>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600" kern="1200" dirty="0">
                <a:solidFill>
                  <a:schemeClr val="tx1"/>
                </a:solidFill>
                <a:effectLst/>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典型故障信号处理策略</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8" name="矩形 47">
            <a:extLst>
              <a:ext uri="{FF2B5EF4-FFF2-40B4-BE49-F238E27FC236}">
                <a16:creationId xmlns:a16="http://schemas.microsoft.com/office/drawing/2014/main" xmlns="" id="{35654E17-1864-4C97-9F64-FF6AF7BFDC72}"/>
              </a:ext>
            </a:extLst>
          </p:cNvPr>
          <p:cNvSpPr/>
          <p:nvPr/>
        </p:nvSpPr>
        <p:spPr>
          <a:xfrm>
            <a:off x="0" y="425830"/>
            <a:ext cx="129092" cy="369332"/>
          </a:xfrm>
          <a:prstGeom prst="rect">
            <a:avLst/>
          </a:prstGeom>
          <a:solidFill>
            <a:srgbClr val="424C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内容占位符 1"/>
          <p:cNvSpPr>
            <a:spLocks noGrp="1"/>
          </p:cNvSpPr>
          <p:nvPr>
            <p:ph sz="quarter" idx="4294967295"/>
          </p:nvPr>
        </p:nvSpPr>
        <p:spPr>
          <a:xfrm>
            <a:off x="0" y="1413361"/>
            <a:ext cx="5202913" cy="4829531"/>
          </a:xfrm>
          <a:prstGeom prst="rect">
            <a:avLst/>
          </a:prstGeom>
        </p:spPr>
        <p:txBody>
          <a:bodyPr>
            <a:noAutofit/>
          </a:bodyPr>
          <a:lstStyle/>
          <a:p>
            <a:pPr lvl="2">
              <a:lnSpc>
                <a:spcPct val="150000"/>
              </a:lnSpc>
              <a:buFont typeface="Wingdings" panose="05000000000000000000" pitchFamily="2" charset="2"/>
              <a:buChar char="p"/>
            </a:pPr>
            <a:r>
              <a:rPr lang="zh-CN" altLang="en-US" sz="1600" dirty="0" smtClean="0">
                <a:latin typeface="微软雅黑" panose="020B0503020204020204" pitchFamily="34" charset="-122"/>
                <a:ea typeface="微软雅黑" panose="020B0503020204020204" pitchFamily="34" charset="-122"/>
              </a:rPr>
              <a:t>绝缘电阻</a:t>
            </a:r>
            <a:r>
              <a:rPr lang="zh-CN" altLang="en-US" sz="1600" dirty="0">
                <a:latin typeface="微软雅黑" panose="020B0503020204020204" pitchFamily="34" charset="-122"/>
                <a:ea typeface="微软雅黑" panose="020B0503020204020204" pitchFamily="34" charset="-122"/>
              </a:rPr>
              <a:t>小于设定阈值</a:t>
            </a:r>
            <a:endParaRPr lang="en-US" altLang="zh-CN" sz="1600" dirty="0">
              <a:latin typeface="微软雅黑" panose="020B0503020204020204" pitchFamily="34" charset="-122"/>
              <a:ea typeface="微软雅黑" panose="020B0503020204020204" pitchFamily="34" charset="-122"/>
            </a:endParaRPr>
          </a:p>
          <a:p>
            <a:pPr lvl="3">
              <a:lnSpc>
                <a:spcPct val="150000"/>
              </a:lnSpc>
            </a:pPr>
            <a:r>
              <a:rPr lang="zh-CN" altLang="en-US" sz="1400" dirty="0">
                <a:latin typeface="微软雅黑" panose="020B0503020204020204" pitchFamily="34" charset="-122"/>
                <a:ea typeface="微软雅黑" panose="020B0503020204020204" pitchFamily="34" charset="-122"/>
              </a:rPr>
              <a:t>建议根据绝缘故障程度采取通知整车或执行下电流程等</a:t>
            </a:r>
          </a:p>
          <a:p>
            <a:pPr lvl="2">
              <a:lnSpc>
                <a:spcPct val="150000"/>
              </a:lnSpc>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电池系统内部温差大于设定阈值</a:t>
            </a:r>
            <a:endParaRPr lang="en-US" altLang="zh-CN" sz="1600" dirty="0">
              <a:latin typeface="微软雅黑" panose="020B0503020204020204" pitchFamily="34" charset="-122"/>
              <a:ea typeface="微软雅黑" panose="020B0503020204020204" pitchFamily="34" charset="-122"/>
            </a:endParaRPr>
          </a:p>
          <a:p>
            <a:pPr lvl="3">
              <a:lnSpc>
                <a:spcPct val="150000"/>
              </a:lnSpc>
            </a:pPr>
            <a:r>
              <a:rPr lang="zh-CN" altLang="en-US" sz="1400" dirty="0">
                <a:latin typeface="微软雅黑" panose="020B0503020204020204" pitchFamily="34" charset="-122"/>
                <a:ea typeface="微软雅黑" panose="020B0503020204020204" pitchFamily="34" charset="-122"/>
              </a:rPr>
              <a:t>建议采用降低充放电功率等保护措施</a:t>
            </a:r>
          </a:p>
          <a:p>
            <a:pPr lvl="3">
              <a:lnSpc>
                <a:spcPct val="150000"/>
              </a:lnSpc>
            </a:pPr>
            <a:r>
              <a:rPr lang="zh-CN" altLang="en-US" sz="1400" dirty="0">
                <a:latin typeface="微软雅黑" panose="020B0503020204020204" pitchFamily="34" charset="-122"/>
                <a:ea typeface="微软雅黑" panose="020B0503020204020204" pitchFamily="34" charset="-122"/>
              </a:rPr>
              <a:t>若保护措施无效，建议执行下电保护流程或中止充电</a:t>
            </a:r>
          </a:p>
          <a:p>
            <a:pPr lvl="2">
              <a:lnSpc>
                <a:spcPct val="150000"/>
              </a:lnSpc>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高压回路异常</a:t>
            </a:r>
            <a:endParaRPr lang="en-US" altLang="zh-CN" sz="1600" dirty="0">
              <a:latin typeface="微软雅黑" panose="020B0503020204020204" pitchFamily="34" charset="-122"/>
              <a:ea typeface="微软雅黑" panose="020B0503020204020204" pitchFamily="34" charset="-122"/>
            </a:endParaRPr>
          </a:p>
          <a:p>
            <a:pPr lvl="3">
              <a:lnSpc>
                <a:spcPct val="150000"/>
              </a:lnSpc>
            </a:pPr>
            <a:r>
              <a:rPr lang="zh-CN" altLang="en-US" sz="1400" dirty="0">
                <a:latin typeface="微软雅黑" panose="020B0503020204020204" pitchFamily="34" charset="-122"/>
                <a:ea typeface="微软雅黑" panose="020B0503020204020204" pitchFamily="34" charset="-122"/>
              </a:rPr>
              <a:t>建议执行下电保护</a:t>
            </a:r>
            <a:r>
              <a:rPr lang="zh-CN" altLang="en-US" sz="1400" dirty="0" smtClean="0">
                <a:latin typeface="微软雅黑" panose="020B0503020204020204" pitchFamily="34" charset="-122"/>
                <a:ea typeface="微软雅黑" panose="020B0503020204020204" pitchFamily="34" charset="-122"/>
              </a:rPr>
              <a:t>流程</a:t>
            </a:r>
            <a:endParaRPr lang="en-US" altLang="zh-CN" sz="1400" dirty="0" smtClean="0">
              <a:latin typeface="微软雅黑" panose="020B0503020204020204" pitchFamily="34" charset="-122"/>
              <a:ea typeface="微软雅黑" panose="020B0503020204020204" pitchFamily="34" charset="-122"/>
            </a:endParaRPr>
          </a:p>
        </p:txBody>
      </p:sp>
      <p:sp>
        <p:nvSpPr>
          <p:cNvPr id="2" name="矩形 1"/>
          <p:cNvSpPr/>
          <p:nvPr/>
        </p:nvSpPr>
        <p:spPr>
          <a:xfrm>
            <a:off x="5344581" y="1413361"/>
            <a:ext cx="6096000" cy="4108817"/>
          </a:xfrm>
          <a:prstGeom prst="rect">
            <a:avLst/>
          </a:prstGeom>
        </p:spPr>
        <p:txBody>
          <a:bodyPr>
            <a:spAutoFit/>
          </a:bodyPr>
          <a:lstStyle/>
          <a:p>
            <a:pPr marL="1200150" lvl="2">
              <a:lnSpc>
                <a:spcPct val="150000"/>
              </a:lnSpc>
              <a:buFont typeface="Wingdings" panose="05000000000000000000" pitchFamily="2" charset="2"/>
              <a:buChar char="p"/>
            </a:pPr>
            <a:r>
              <a:rPr lang="en-US" altLang="zh-CN" sz="1600" dirty="0">
                <a:latin typeface="微软雅黑" panose="020B0503020204020204" pitchFamily="34" charset="-122"/>
                <a:ea typeface="微软雅黑" panose="020B0503020204020204" pitchFamily="34" charset="-122"/>
              </a:rPr>
              <a:t>BMS </a:t>
            </a:r>
            <a:r>
              <a:rPr lang="zh-CN" altLang="en-US" sz="1600" dirty="0">
                <a:latin typeface="微软雅黑" panose="020B0503020204020204" pitchFamily="34" charset="-122"/>
                <a:ea typeface="微软雅黑" panose="020B0503020204020204" pitchFamily="34" charset="-122"/>
              </a:rPr>
              <a:t>采样、处理器及执行器相关故障检测、判定及处理方式，建议结合功能安全需求进行综合设计，以满足相关安全需求。</a:t>
            </a:r>
          </a:p>
          <a:p>
            <a:pPr marL="1657350" lvl="3">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电压采样故障</a:t>
            </a:r>
          </a:p>
          <a:p>
            <a:pPr marL="1657350" lvl="3">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温度采样故障</a:t>
            </a:r>
          </a:p>
          <a:p>
            <a:pPr marL="1657350" lvl="3">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电流采样故障</a:t>
            </a:r>
          </a:p>
          <a:p>
            <a:pPr marL="1657350" lvl="3">
              <a:lnSpc>
                <a:spcPct val="150000"/>
              </a:lnSpc>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rPr>
              <a:t>MCU </a:t>
            </a:r>
            <a:r>
              <a:rPr lang="zh-CN" altLang="en-US" sz="1400" dirty="0">
                <a:latin typeface="微软雅黑" panose="020B0503020204020204" pitchFamily="34" charset="-122"/>
                <a:ea typeface="微软雅黑" panose="020B0503020204020204" pitchFamily="34" charset="-122"/>
              </a:rPr>
              <a:t>故障</a:t>
            </a:r>
          </a:p>
          <a:p>
            <a:pPr marL="1657350" lvl="3">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供电故障</a:t>
            </a:r>
          </a:p>
          <a:p>
            <a:pPr marL="1657350" lvl="3">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存储故障</a:t>
            </a:r>
          </a:p>
          <a:p>
            <a:pPr marL="1657350" lvl="3">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执行器故障</a:t>
            </a:r>
          </a:p>
          <a:p>
            <a:pPr marL="1657350" lvl="3">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碰撞事件等</a:t>
            </a:r>
          </a:p>
          <a:p>
            <a:pPr lvl="3">
              <a:lnSpc>
                <a:spcPct val="150000"/>
              </a:lnSpc>
            </a:pP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43006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占位符 17">
            <a:extLst>
              <a:ext uri="{FF2B5EF4-FFF2-40B4-BE49-F238E27FC236}">
                <a16:creationId xmlns:a16="http://schemas.microsoft.com/office/drawing/2014/main" xmlns="" id="{69154672-B629-489A-AFC3-5BDBA4254A70}"/>
              </a:ext>
            </a:extLst>
          </p:cNvPr>
          <p:cNvSpPr txBox="1">
            <a:spLocks/>
          </p:cNvSpPr>
          <p:nvPr/>
        </p:nvSpPr>
        <p:spPr>
          <a:xfrm>
            <a:off x="190094" y="425830"/>
            <a:ext cx="3817473" cy="4168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400" kern="1200" dirty="0" smtClean="0">
                <a:solidFill>
                  <a:schemeClr val="tx1"/>
                </a:solidFill>
                <a:effectLst/>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000" kern="1200" dirty="0" smtClean="0">
                <a:solidFill>
                  <a:schemeClr val="tx1"/>
                </a:solidFill>
                <a:effectLst/>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effectLst/>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effectLst/>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600" kern="1200" dirty="0">
                <a:solidFill>
                  <a:schemeClr val="tx1"/>
                </a:solidFill>
                <a:effectLst/>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典型故障信号处理策略</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8" name="矩形 47">
            <a:extLst>
              <a:ext uri="{FF2B5EF4-FFF2-40B4-BE49-F238E27FC236}">
                <a16:creationId xmlns:a16="http://schemas.microsoft.com/office/drawing/2014/main" xmlns="" id="{35654E17-1864-4C97-9F64-FF6AF7BFDC72}"/>
              </a:ext>
            </a:extLst>
          </p:cNvPr>
          <p:cNvSpPr/>
          <p:nvPr/>
        </p:nvSpPr>
        <p:spPr>
          <a:xfrm>
            <a:off x="0" y="425830"/>
            <a:ext cx="129092" cy="369332"/>
          </a:xfrm>
          <a:prstGeom prst="rect">
            <a:avLst/>
          </a:prstGeom>
          <a:solidFill>
            <a:srgbClr val="424C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内容占位符 1"/>
          <p:cNvSpPr>
            <a:spLocks noGrp="1"/>
          </p:cNvSpPr>
          <p:nvPr>
            <p:ph sz="quarter" idx="4294967295"/>
          </p:nvPr>
        </p:nvSpPr>
        <p:spPr>
          <a:xfrm>
            <a:off x="0" y="1423846"/>
            <a:ext cx="5760640" cy="4829531"/>
          </a:xfrm>
          <a:prstGeom prst="rect">
            <a:avLst/>
          </a:prstGeom>
        </p:spPr>
        <p:txBody>
          <a:bodyPr/>
          <a:lstStyle/>
          <a:p>
            <a:pPr lvl="1">
              <a:lnSpc>
                <a:spcPct val="150000"/>
              </a:lnSpc>
              <a:buFont typeface="Wingdings" panose="05000000000000000000" pitchFamily="2" charset="2"/>
              <a:buChar char="p"/>
            </a:pPr>
            <a:r>
              <a:rPr lang="zh-CN" altLang="en-US" sz="1800" dirty="0" smtClean="0">
                <a:latin typeface="微软雅黑" panose="020B0503020204020204" pitchFamily="34" charset="-122"/>
                <a:ea typeface="微软雅黑" panose="020B0503020204020204" pitchFamily="34" charset="-122"/>
              </a:rPr>
              <a:t>应</a:t>
            </a:r>
            <a:r>
              <a:rPr lang="zh-CN" altLang="en-US" sz="1800" dirty="0">
                <a:latin typeface="微软雅黑" panose="020B0503020204020204" pitchFamily="34" charset="-122"/>
                <a:ea typeface="微软雅黑" panose="020B0503020204020204" pitchFamily="34" charset="-122"/>
              </a:rPr>
              <a:t>根据故障特点，细化故障处理策略，对故障进行分级管理，不同级别的故障采用不同的对应策略，尽量避免行驶过程中的直接高压下电</a:t>
            </a:r>
          </a:p>
          <a:p>
            <a:pPr lvl="2">
              <a:lnSpc>
                <a:spcPct val="150000"/>
              </a:lnSpc>
            </a:pPr>
            <a:r>
              <a:rPr lang="zh-CN" altLang="en-US" sz="1400" dirty="0">
                <a:latin typeface="微软雅黑" panose="020B0503020204020204" pitchFamily="34" charset="-122"/>
                <a:ea typeface="微软雅黑" panose="020B0503020204020204" pitchFamily="34" charset="-122"/>
              </a:rPr>
              <a:t>告警</a:t>
            </a:r>
            <a:endParaRPr lang="en-US" altLang="zh-CN" sz="1400" dirty="0">
              <a:latin typeface="微软雅黑" panose="020B0503020204020204" pitchFamily="34" charset="-122"/>
              <a:ea typeface="微软雅黑" panose="020B0503020204020204" pitchFamily="34" charset="-122"/>
            </a:endParaRPr>
          </a:p>
          <a:p>
            <a:pPr lvl="2">
              <a:lnSpc>
                <a:spcPct val="150000"/>
              </a:lnSpc>
            </a:pPr>
            <a:r>
              <a:rPr lang="zh-CN" altLang="en-US" sz="1400" dirty="0">
                <a:latin typeface="微软雅黑" panose="020B0503020204020204" pitchFamily="34" charset="-122"/>
                <a:ea typeface="微软雅黑" panose="020B0503020204020204" pitchFamily="34" charset="-122"/>
              </a:rPr>
              <a:t>限功率</a:t>
            </a:r>
            <a:endParaRPr lang="en-US" altLang="zh-CN" sz="1400" dirty="0">
              <a:latin typeface="微软雅黑" panose="020B0503020204020204" pitchFamily="34" charset="-122"/>
              <a:ea typeface="微软雅黑" panose="020B0503020204020204" pitchFamily="34" charset="-122"/>
            </a:endParaRPr>
          </a:p>
          <a:p>
            <a:pPr lvl="2">
              <a:lnSpc>
                <a:spcPct val="150000"/>
              </a:lnSpc>
            </a:pPr>
            <a:r>
              <a:rPr lang="zh-CN" altLang="en-US" sz="1400" dirty="0">
                <a:latin typeface="微软雅黑" panose="020B0503020204020204" pitchFamily="34" charset="-122"/>
                <a:ea typeface="微软雅黑" panose="020B0503020204020204" pitchFamily="34" charset="-122"/>
              </a:rPr>
              <a:t>下高压</a:t>
            </a:r>
            <a:endParaRPr lang="en-US" altLang="zh-CN" sz="1400" dirty="0">
              <a:latin typeface="微软雅黑" panose="020B0503020204020204" pitchFamily="34" charset="-122"/>
              <a:ea typeface="微软雅黑" panose="020B0503020204020204" pitchFamily="34" charset="-122"/>
            </a:endParaRPr>
          </a:p>
          <a:p>
            <a:pPr lvl="2">
              <a:lnSpc>
                <a:spcPct val="150000"/>
              </a:lnSpc>
            </a:pPr>
            <a:r>
              <a:rPr lang="zh-CN" altLang="en-US" sz="1400" dirty="0">
                <a:latin typeface="微软雅黑" panose="020B0503020204020204" pitchFamily="34" charset="-122"/>
                <a:ea typeface="微软雅黑" panose="020B0503020204020204" pitchFamily="34" charset="-122"/>
              </a:rPr>
              <a:t>提醒用户远离车辆等</a:t>
            </a:r>
          </a:p>
          <a:p>
            <a:pPr lvl="1">
              <a:lnSpc>
                <a:spcPct val="150000"/>
              </a:lnSpc>
            </a:pPr>
            <a:endParaRPr lang="zh-CN" altLang="en-US" sz="1800" dirty="0">
              <a:latin typeface="微软雅黑" panose="020B0503020204020204" pitchFamily="34" charset="-122"/>
              <a:ea typeface="微软雅黑" panose="020B0503020204020204" pitchFamily="34" charset="-122"/>
            </a:endParaRPr>
          </a:p>
          <a:p>
            <a:pPr lvl="1">
              <a:lnSpc>
                <a:spcPct val="150000"/>
              </a:lnSpc>
            </a:pPr>
            <a:endParaRPr lang="zh-CN" altLang="en-US" sz="1800" dirty="0">
              <a:latin typeface="微软雅黑" panose="020B0503020204020204" pitchFamily="34" charset="-122"/>
              <a:ea typeface="微软雅黑" panose="020B0503020204020204" pitchFamily="34" charset="-122"/>
            </a:endParaRPr>
          </a:p>
        </p:txBody>
      </p:sp>
      <p:sp>
        <p:nvSpPr>
          <p:cNvPr id="8" name="内容占位符 8"/>
          <p:cNvSpPr>
            <a:spLocks noGrp="1"/>
          </p:cNvSpPr>
          <p:nvPr>
            <p:ph sz="quarter" idx="4294967295"/>
          </p:nvPr>
        </p:nvSpPr>
        <p:spPr>
          <a:xfrm>
            <a:off x="5913348" y="1464865"/>
            <a:ext cx="5760640" cy="4847188"/>
          </a:xfrm>
          <a:prstGeom prst="rect">
            <a:avLst/>
          </a:prstGeom>
        </p:spPr>
        <p:txBody>
          <a:bodyPr/>
          <a:lstStyle/>
          <a:p>
            <a:pPr lvl="1">
              <a:buFont typeface="Wingdings" panose="05000000000000000000" pitchFamily="2" charset="2"/>
              <a:buChar char="p"/>
            </a:pPr>
            <a:r>
              <a:rPr lang="zh-CN" altLang="en-US" sz="1800" dirty="0" smtClean="0"/>
              <a:t>故障阈值</a:t>
            </a:r>
            <a:r>
              <a:rPr lang="zh-CN" altLang="en-US" sz="1800" dirty="0"/>
              <a:t>设置、判断时间、恢复时间应充分考虑电池系统的能力及车辆运行需求，避免漏报和误报。</a:t>
            </a:r>
            <a:endParaRPr lang="en-US" altLang="zh-CN" sz="1800" dirty="0"/>
          </a:p>
          <a:p>
            <a:pPr lvl="1"/>
            <a:endParaRPr lang="en-US" altLang="zh-CN" sz="1800" dirty="0"/>
          </a:p>
          <a:p>
            <a:pPr lvl="1"/>
            <a:endParaRPr lang="en-US" altLang="zh-CN" sz="1800" dirty="0"/>
          </a:p>
          <a:p>
            <a:pPr lvl="1"/>
            <a:endParaRPr lang="en-US" altLang="zh-CN" sz="1800" dirty="0"/>
          </a:p>
          <a:p>
            <a:pPr lvl="1"/>
            <a:endParaRPr lang="en-US" altLang="zh-CN" sz="1800" dirty="0"/>
          </a:p>
          <a:p>
            <a:pPr lvl="1"/>
            <a:endParaRPr lang="en-US" altLang="zh-CN" sz="1800" dirty="0"/>
          </a:p>
          <a:p>
            <a:pPr lvl="1"/>
            <a:endParaRPr lang="en-US" altLang="zh-CN" sz="1800" dirty="0"/>
          </a:p>
          <a:p>
            <a:pPr lvl="1"/>
            <a:endParaRPr lang="en-US" altLang="zh-CN" sz="1800" dirty="0">
              <a:solidFill>
                <a:srgbClr val="7030A0"/>
              </a:solidFill>
              <a:latin typeface="+mn-ea"/>
            </a:endParaRPr>
          </a:p>
          <a:p>
            <a:pPr marL="457200" lvl="1" indent="0">
              <a:buNone/>
            </a:pPr>
            <a:r>
              <a:rPr lang="zh-CN" altLang="en-US" sz="1800" dirty="0">
                <a:latin typeface="+mn-ea"/>
              </a:rPr>
              <a:t>在故障容错时间间隔的时间内使系统进入或保持在一个安全状态内</a:t>
            </a:r>
          </a:p>
          <a:p>
            <a:pPr lvl="1"/>
            <a:endParaRPr lang="zh-CN" altLang="en-US" sz="1800" dirty="0"/>
          </a:p>
          <a:p>
            <a:pPr lvl="1"/>
            <a:endParaRPr lang="zh-CN" altLang="en-US" sz="1800" dirty="0"/>
          </a:p>
          <a:p>
            <a:pPr lvl="1"/>
            <a:endParaRPr lang="zh-CN" altLang="en-US" sz="1800" dirty="0"/>
          </a:p>
          <a:p>
            <a:pPr lvl="1"/>
            <a:endParaRPr lang="zh-CN" altLang="en-US" sz="1800" dirty="0"/>
          </a:p>
        </p:txBody>
      </p:sp>
      <p:graphicFrame>
        <p:nvGraphicFramePr>
          <p:cNvPr id="9" name="内容占位符 9"/>
          <p:cNvGraphicFramePr>
            <a:graphicFrameLocks noChangeAspect="1"/>
          </p:cNvGraphicFramePr>
          <p:nvPr>
            <p:extLst>
              <p:ext uri="{D42A27DB-BD31-4B8C-83A1-F6EECF244321}">
                <p14:modId xmlns:p14="http://schemas.microsoft.com/office/powerpoint/2010/main" val="3056813583"/>
              </p:ext>
            </p:extLst>
          </p:nvPr>
        </p:nvGraphicFramePr>
        <p:xfrm>
          <a:off x="5912950" y="2427680"/>
          <a:ext cx="5761038" cy="1920346"/>
        </p:xfrm>
        <a:graphic>
          <a:graphicData uri="http://schemas.openxmlformats.org/presentationml/2006/ole">
            <mc:AlternateContent xmlns:mc="http://schemas.openxmlformats.org/markup-compatibility/2006">
              <mc:Choice xmlns:v="urn:schemas-microsoft-com:vml" Requires="v">
                <p:oleObj spid="_x0000_s1055" name="Visio" r:id="rId4" imgW="6200902" imgH="2066850" progId="Visio.Drawing.15">
                  <p:embed/>
                </p:oleObj>
              </mc:Choice>
              <mc:Fallback>
                <p:oleObj name="Visio" r:id="rId4" imgW="6200902" imgH="2066850" progId="Visio.Drawing.15">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12950" y="2427680"/>
                        <a:ext cx="5761038" cy="19203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63084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BC549398-5846-4521-BD27-CDAD3F8069CC}"/>
              </a:ext>
            </a:extLst>
          </p:cNvPr>
          <p:cNvSpPr/>
          <p:nvPr/>
        </p:nvSpPr>
        <p:spPr>
          <a:xfrm>
            <a:off x="1524000" y="2028176"/>
            <a:ext cx="9144000" cy="1906042"/>
          </a:xfrm>
          <a:prstGeom prst="rect">
            <a:avLst/>
          </a:prstGeom>
          <a:solidFill>
            <a:schemeClr val="tx1">
              <a:lumMod val="75000"/>
              <a:lumOff val="2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xmlns="" id="{4D31828D-2ED4-4ECB-8D68-5ACB9DBA7B3A}"/>
              </a:ext>
            </a:extLst>
          </p:cNvPr>
          <p:cNvSpPr txBox="1"/>
          <p:nvPr/>
        </p:nvSpPr>
        <p:spPr>
          <a:xfrm>
            <a:off x="2434235" y="2399391"/>
            <a:ext cx="3262432" cy="1015663"/>
          </a:xfrm>
          <a:prstGeom prst="rect">
            <a:avLst/>
          </a:prstGeom>
          <a:noFill/>
        </p:spPr>
        <p:txBody>
          <a:bodyPr wrap="none" rtlCol="0">
            <a:spAutoFit/>
          </a:bodyPr>
          <a:lstStyle/>
          <a:p>
            <a:r>
              <a:rPr lang="zh-CN" altLang="en-US" sz="6000" dirty="0">
                <a:solidFill>
                  <a:schemeClr val="bg1"/>
                </a:solidFill>
                <a:latin typeface="黑体" panose="02010609060101010101" pitchFamily="49" charset="-122"/>
                <a:ea typeface="黑体" panose="02010609060101010101" pitchFamily="49" charset="-122"/>
              </a:rPr>
              <a:t>谢谢聆听</a:t>
            </a:r>
          </a:p>
        </p:txBody>
      </p:sp>
    </p:spTree>
    <p:extLst>
      <p:ext uri="{BB962C8B-B14F-4D97-AF65-F5344CB8AC3E}">
        <p14:creationId xmlns:p14="http://schemas.microsoft.com/office/powerpoint/2010/main" val="9285787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4"/>
</p:tagLst>
</file>

<file path=ppt/tags/tag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heme/theme1.xml><?xml version="1.0" encoding="utf-8"?>
<a:theme xmlns:a="http://schemas.openxmlformats.org/drawingml/2006/main" name="Office 主题">
  <a:themeElements>
    <a:clrScheme name="Offic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F49100"/>
      </a:accent6>
      <a:hlink>
        <a:srgbClr val="F49100"/>
      </a:hlink>
      <a:folHlink>
        <a:srgbClr val="85DFD0"/>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模板网-www.1ppt.com">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18942</TotalTime>
  <Words>3744</Words>
  <Application>Microsoft Office PowerPoint</Application>
  <PresentationFormat>宽屏</PresentationFormat>
  <Paragraphs>272</Paragraphs>
  <Slides>20</Slides>
  <Notes>19</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vt:i4>
      </vt:variant>
      <vt:variant>
        <vt:lpstr>幻灯片标题</vt:lpstr>
      </vt:variant>
      <vt:variant>
        <vt:i4>20</vt:i4>
      </vt:variant>
    </vt:vector>
  </HeadingPairs>
  <TitlesOfParts>
    <vt:vector size="34" baseType="lpstr">
      <vt:lpstr>等线</vt:lpstr>
      <vt:lpstr>等线 Light</vt:lpstr>
      <vt:lpstr>黑体</vt:lpstr>
      <vt:lpstr>宋体</vt:lpstr>
      <vt:lpstr>微软雅黑</vt:lpstr>
      <vt:lpstr>Arial</vt:lpstr>
      <vt:lpstr>Calibri</vt:lpstr>
      <vt:lpstr>Calibri Light</vt:lpstr>
      <vt:lpstr>Impact</vt:lpstr>
      <vt:lpstr>Times New Roman</vt:lpstr>
      <vt:lpstr>Wingdings</vt:lpstr>
      <vt:lpstr>Office 主题</vt:lpstr>
      <vt:lpstr>第一PPT模板网-www.1ppt.com</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刘岩</dc:creator>
  <cp:lastModifiedBy>zhouxr</cp:lastModifiedBy>
  <cp:revision>635</cp:revision>
  <dcterms:created xsi:type="dcterms:W3CDTF">2018-06-15T02:20:13Z</dcterms:created>
  <dcterms:modified xsi:type="dcterms:W3CDTF">2020-06-11T09:12:53Z</dcterms:modified>
</cp:coreProperties>
</file>